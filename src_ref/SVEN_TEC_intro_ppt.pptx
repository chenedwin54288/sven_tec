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Lst>
  <p:notesMasterIdLst>
    <p:notesMasterId r:id="rId13"/>
  </p:notesMasterIdLst>
  <p:handoutMasterIdLst>
    <p:handoutMasterId r:id="rId14"/>
  </p:handoutMasterIdLst>
  <p:sldIdLst>
    <p:sldId id="258" r:id="rId5"/>
    <p:sldId id="284" r:id="rId6"/>
    <p:sldId id="261" r:id="rId7"/>
    <p:sldId id="286" r:id="rId8"/>
    <p:sldId id="262" r:id="rId9"/>
    <p:sldId id="263" r:id="rId10"/>
    <p:sldId id="264" r:id="rId11"/>
    <p:sldId id="276" r:id="rId12"/>
  </p:sldIdLst>
  <p:sldSz cx="12192000" cy="6858000"/>
  <p:notesSz cx="6858000" cy="9144000"/>
  <p:defaultTextStyle>
    <a:defPPr rtl="0">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A2CE34-BEE4-4274-839E-AF5F5E52F007}" v="4" dt="2024-12-22T13:03:09.0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9" autoAdjust="0"/>
  </p:normalViewPr>
  <p:slideViewPr>
    <p:cSldViewPr snapToGrid="0">
      <p:cViewPr varScale="1">
        <p:scale>
          <a:sx n="70" d="100"/>
          <a:sy n="70" d="100"/>
        </p:scale>
        <p:origin x="525" y="48"/>
      </p:cViewPr>
      <p:guideLst/>
    </p:cSldViewPr>
  </p:slideViewPr>
  <p:notesTextViewPr>
    <p:cViewPr>
      <p:scale>
        <a:sx n="1" d="1"/>
        <a:sy n="1" d="1"/>
      </p:scale>
      <p:origin x="0" y="0"/>
    </p:cViewPr>
  </p:notesTextViewPr>
  <p:notesViewPr>
    <p:cSldViewPr snapToGrid="0">
      <p:cViewPr>
        <p:scale>
          <a:sx n="50" d="100"/>
          <a:sy n="50" d="100"/>
        </p:scale>
        <p:origin x="4620" y="10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87127D-E7A7-455E-93D3-1EAC1DAB5C8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rtlCol="0"/>
        <a:lstStyle/>
        <a:p>
          <a:pPr rtl="0"/>
          <a:endParaRPr lang="en-US"/>
        </a:p>
      </dgm:t>
    </dgm:pt>
    <dgm:pt modelId="{0B54B875-7D75-439A-96AC-0B6B0E0F9027}">
      <dgm:prSet/>
      <dgm:spPr/>
      <dgm:t>
        <a:bodyPr rtlCol="0"/>
        <a:lstStyle/>
        <a:p>
          <a:pPr>
            <a:lnSpc>
              <a:spcPct val="100000"/>
            </a:lnSpc>
            <a:defRPr cap="all"/>
          </a:pPr>
          <a:r>
            <a:rPr lang="zh-TW" altLang="en-US" noProof="0" dirty="0">
              <a:latin typeface="Microsoft JhengHei UI" panose="020B0604030504040204" pitchFamily="34" charset="-120"/>
              <a:ea typeface="Microsoft JhengHei UI" panose="020B0604030504040204" pitchFamily="34" charset="-120"/>
            </a:rPr>
            <a:t>我們的故事</a:t>
          </a:r>
        </a:p>
      </dgm:t>
    </dgm:pt>
    <dgm:pt modelId="{E10A52C8-AA57-46D3-B7CE-50C51AD1F38B}" type="parTrans" cxnId="{2D027D54-0797-4CE1-8646-E3A6F4D7AE6C}">
      <dgm:prSet/>
      <dgm:spPr/>
      <dgm:t>
        <a:bodyPr rtlCol="0"/>
        <a:lstStyle/>
        <a:p>
          <a:pPr rtl="0"/>
          <a:endParaRPr lang="zh-TW" altLang="en-US" noProof="0" dirty="0">
            <a:latin typeface="Microsoft JhengHei UI" panose="020B0604030504040204" pitchFamily="34" charset="-120"/>
            <a:ea typeface="Microsoft JhengHei UI" panose="020B0604030504040204" pitchFamily="34" charset="-120"/>
          </a:endParaRPr>
        </a:p>
      </dgm:t>
    </dgm:pt>
    <dgm:pt modelId="{6BB7D5D8-B58C-4639-AB04-F3323C9E3D5A}" type="sibTrans" cxnId="{2D027D54-0797-4CE1-8646-E3A6F4D7AE6C}">
      <dgm:prSet/>
      <dgm:spPr/>
      <dgm:t>
        <a:bodyPr rtlCol="0"/>
        <a:lstStyle/>
        <a:p>
          <a:pPr rtl="0"/>
          <a:endParaRPr lang="zh-TW" altLang="en-US" noProof="0" dirty="0">
            <a:latin typeface="Microsoft JhengHei UI" panose="020B0604030504040204" pitchFamily="34" charset="-120"/>
            <a:ea typeface="Microsoft JhengHei UI" panose="020B0604030504040204" pitchFamily="34" charset="-120"/>
          </a:endParaRPr>
        </a:p>
      </dgm:t>
    </dgm:pt>
    <dgm:pt modelId="{F342216F-FBF1-41D7-919C-7049CA20572C}">
      <dgm:prSet/>
      <dgm:spPr/>
      <dgm:t>
        <a:bodyPr rtlCol="0"/>
        <a:lstStyle/>
        <a:p>
          <a:pPr>
            <a:lnSpc>
              <a:spcPct val="100000"/>
            </a:lnSpc>
            <a:defRPr cap="all"/>
          </a:pPr>
          <a:r>
            <a:rPr lang="zh-TW" altLang="en-US" noProof="0" dirty="0">
              <a:latin typeface="Microsoft JhengHei UI" panose="020B0604030504040204" pitchFamily="34" charset="-120"/>
              <a:ea typeface="Microsoft JhengHei UI" panose="020B0604030504040204" pitchFamily="34" charset="-120"/>
            </a:rPr>
            <a:t>任務</a:t>
          </a:r>
        </a:p>
      </dgm:t>
    </dgm:pt>
    <dgm:pt modelId="{458C9A33-97A5-4CBB-B140-5648BC39D963}" type="parTrans" cxnId="{3D238423-40A9-4D99-B54D-A2855A3DA7BF}">
      <dgm:prSet/>
      <dgm:spPr/>
      <dgm:t>
        <a:bodyPr rtlCol="0"/>
        <a:lstStyle/>
        <a:p>
          <a:pPr rtl="0"/>
          <a:endParaRPr lang="zh-TW" altLang="en-US" noProof="0" dirty="0">
            <a:latin typeface="Microsoft JhengHei UI" panose="020B0604030504040204" pitchFamily="34" charset="-120"/>
            <a:ea typeface="Microsoft JhengHei UI" panose="020B0604030504040204" pitchFamily="34" charset="-120"/>
          </a:endParaRPr>
        </a:p>
      </dgm:t>
    </dgm:pt>
    <dgm:pt modelId="{4264E9A9-DAC3-427B-8E9E-0073816BE51F}" type="sibTrans" cxnId="{3D238423-40A9-4D99-B54D-A2855A3DA7BF}">
      <dgm:prSet/>
      <dgm:spPr/>
      <dgm:t>
        <a:bodyPr rtlCol="0"/>
        <a:lstStyle/>
        <a:p>
          <a:pPr rtl="0"/>
          <a:endParaRPr lang="zh-TW" altLang="en-US" noProof="0" dirty="0">
            <a:latin typeface="Microsoft JhengHei UI" panose="020B0604030504040204" pitchFamily="34" charset="-120"/>
            <a:ea typeface="Microsoft JhengHei UI" panose="020B0604030504040204" pitchFamily="34" charset="-120"/>
          </a:endParaRPr>
        </a:p>
      </dgm:t>
    </dgm:pt>
    <dgm:pt modelId="{89123716-B84D-436A-B032-220B2B9CADDC}">
      <dgm:prSet/>
      <dgm:spPr/>
      <dgm:t>
        <a:bodyPr rtlCol="0"/>
        <a:lstStyle/>
        <a:p>
          <a:pPr>
            <a:lnSpc>
              <a:spcPct val="100000"/>
            </a:lnSpc>
            <a:defRPr cap="all"/>
          </a:pPr>
          <a:r>
            <a:rPr lang="zh-TW" altLang="en-US" noProof="0" dirty="0">
              <a:latin typeface="Microsoft JhengHei UI" panose="020B0604030504040204" pitchFamily="34" charset="-120"/>
              <a:ea typeface="Microsoft JhengHei UI" panose="020B0604030504040204" pitchFamily="34" charset="-120"/>
            </a:rPr>
            <a:t>理念</a:t>
          </a:r>
        </a:p>
      </dgm:t>
    </dgm:pt>
    <dgm:pt modelId="{A99727AF-82D3-4448-923F-255E12D7C9BC}" type="parTrans" cxnId="{4160E90A-0E10-4739-BB63-163659A712F0}">
      <dgm:prSet/>
      <dgm:spPr/>
      <dgm:t>
        <a:bodyPr rtlCol="0"/>
        <a:lstStyle/>
        <a:p>
          <a:pPr rtl="0"/>
          <a:endParaRPr lang="zh-TW" altLang="en-US" noProof="0" dirty="0">
            <a:latin typeface="Microsoft JhengHei UI" panose="020B0604030504040204" pitchFamily="34" charset="-120"/>
            <a:ea typeface="Microsoft JhengHei UI" panose="020B0604030504040204" pitchFamily="34" charset="-120"/>
          </a:endParaRPr>
        </a:p>
      </dgm:t>
    </dgm:pt>
    <dgm:pt modelId="{79535D29-4C9A-449D-A727-B90BC51637B7}" type="sibTrans" cxnId="{4160E90A-0E10-4739-BB63-163659A712F0}">
      <dgm:prSet/>
      <dgm:spPr/>
      <dgm:t>
        <a:bodyPr rtlCol="0"/>
        <a:lstStyle/>
        <a:p>
          <a:pPr rtl="0"/>
          <a:endParaRPr lang="zh-TW" altLang="en-US" noProof="0" dirty="0">
            <a:latin typeface="Microsoft JhengHei UI" panose="020B0604030504040204" pitchFamily="34" charset="-120"/>
            <a:ea typeface="Microsoft JhengHei UI" panose="020B0604030504040204" pitchFamily="34" charset="-120"/>
          </a:endParaRPr>
        </a:p>
      </dgm:t>
    </dgm:pt>
    <dgm:pt modelId="{BD4CDB43-353E-4B02-B096-C95F07496D3C}">
      <dgm:prSet/>
      <dgm:spPr/>
      <dgm:t>
        <a:bodyPr rtlCol="0"/>
        <a:lstStyle/>
        <a:p>
          <a:pPr>
            <a:lnSpc>
              <a:spcPct val="100000"/>
            </a:lnSpc>
            <a:defRPr cap="all"/>
          </a:pPr>
          <a:r>
            <a:rPr lang="zh-TW" altLang="en-US" noProof="0" dirty="0">
              <a:latin typeface="Microsoft JhengHei UI" panose="020B0604030504040204" pitchFamily="34" charset="-120"/>
              <a:ea typeface="Microsoft JhengHei UI" panose="020B0604030504040204" pitchFamily="34" charset="-120"/>
            </a:rPr>
            <a:t>產品與服務</a:t>
          </a:r>
        </a:p>
      </dgm:t>
    </dgm:pt>
    <dgm:pt modelId="{50B9826E-03A9-4BEC-83AF-4FE3EC5546B9}" type="parTrans" cxnId="{0560C2CF-2867-4C41-9B84-C43B49A1EFCF}">
      <dgm:prSet/>
      <dgm:spPr/>
      <dgm:t>
        <a:bodyPr rtlCol="0"/>
        <a:lstStyle/>
        <a:p>
          <a:pPr rtl="0"/>
          <a:endParaRPr lang="zh-TW" altLang="en-US" noProof="0" dirty="0">
            <a:latin typeface="Microsoft JhengHei UI" panose="020B0604030504040204" pitchFamily="34" charset="-120"/>
            <a:ea typeface="Microsoft JhengHei UI" panose="020B0604030504040204" pitchFamily="34" charset="-120"/>
          </a:endParaRPr>
        </a:p>
      </dgm:t>
    </dgm:pt>
    <dgm:pt modelId="{F766CB66-C9FA-4DBA-A25A-4A827F70313C}" type="sibTrans" cxnId="{0560C2CF-2867-4C41-9B84-C43B49A1EFCF}">
      <dgm:prSet/>
      <dgm:spPr/>
      <dgm:t>
        <a:bodyPr rtlCol="0"/>
        <a:lstStyle/>
        <a:p>
          <a:pPr rtl="0"/>
          <a:endParaRPr lang="zh-TW" altLang="en-US" noProof="0" dirty="0">
            <a:latin typeface="Microsoft JhengHei UI" panose="020B0604030504040204" pitchFamily="34" charset="-120"/>
            <a:ea typeface="Microsoft JhengHei UI" panose="020B0604030504040204" pitchFamily="34" charset="-120"/>
          </a:endParaRPr>
        </a:p>
      </dgm:t>
    </dgm:pt>
    <dgm:pt modelId="{D8316F63-CE47-407B-9DCB-E8FEC91F0742}" type="pres">
      <dgm:prSet presAssocID="{1187127D-E7A7-455E-93D3-1EAC1DAB5C83}" presName="root" presStyleCnt="0">
        <dgm:presLayoutVars>
          <dgm:dir/>
          <dgm:resizeHandles val="exact"/>
        </dgm:presLayoutVars>
      </dgm:prSet>
      <dgm:spPr/>
    </dgm:pt>
    <dgm:pt modelId="{AE2471DD-AEF0-46AC-AE4E-4047B474E634}" type="pres">
      <dgm:prSet presAssocID="{0B54B875-7D75-439A-96AC-0B6B0E0F9027}" presName="compNode" presStyleCnt="0"/>
      <dgm:spPr/>
    </dgm:pt>
    <dgm:pt modelId="{6A28B40A-85CB-44CF-9E81-3063936285E3}" type="pres">
      <dgm:prSet presAssocID="{0B54B875-7D75-439A-96AC-0B6B0E0F9027}" presName="iconBgRect" presStyleLbl="bgShp" presStyleIdx="0" presStyleCnt="4"/>
      <dgm:spPr/>
    </dgm:pt>
    <dgm:pt modelId="{005524FB-3A0E-4BA5-B04E-59FC2E252AEB}" type="pres">
      <dgm:prSet presAssocID="{0B54B875-7D75-439A-96AC-0B6B0E0F902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Open Book"/>
        </a:ext>
      </dgm:extLst>
    </dgm:pt>
    <dgm:pt modelId="{10E3AB85-F629-46B7-9081-FC073256C023}" type="pres">
      <dgm:prSet presAssocID="{0B54B875-7D75-439A-96AC-0B6B0E0F9027}" presName="spaceRect" presStyleCnt="0"/>
      <dgm:spPr/>
    </dgm:pt>
    <dgm:pt modelId="{1A451185-6747-4E77-A3B3-9CCD7AC625EB}" type="pres">
      <dgm:prSet presAssocID="{0B54B875-7D75-439A-96AC-0B6B0E0F9027}" presName="textRect" presStyleLbl="revTx" presStyleIdx="0" presStyleCnt="4">
        <dgm:presLayoutVars>
          <dgm:chMax val="1"/>
          <dgm:chPref val="1"/>
        </dgm:presLayoutVars>
      </dgm:prSet>
      <dgm:spPr/>
    </dgm:pt>
    <dgm:pt modelId="{BD8992B9-B7CC-44F7-8E17-FEAD75D73260}" type="pres">
      <dgm:prSet presAssocID="{6BB7D5D8-B58C-4639-AB04-F3323C9E3D5A}" presName="sibTrans" presStyleCnt="0"/>
      <dgm:spPr/>
    </dgm:pt>
    <dgm:pt modelId="{4A705C56-DCC9-4BDC-963E-E3C1A32B8124}" type="pres">
      <dgm:prSet presAssocID="{F342216F-FBF1-41D7-919C-7049CA20572C}" presName="compNode" presStyleCnt="0"/>
      <dgm:spPr/>
    </dgm:pt>
    <dgm:pt modelId="{C4618682-3912-4E72-999D-4BF5CD06322D}" type="pres">
      <dgm:prSet presAssocID="{F342216F-FBF1-41D7-919C-7049CA20572C}" presName="iconBgRect" presStyleLbl="bgShp" presStyleIdx="1" presStyleCnt="4"/>
      <dgm:spPr/>
    </dgm:pt>
    <dgm:pt modelId="{172F9AEA-3377-4AFB-BDDB-45672D648ACC}" type="pres">
      <dgm:prSet presAssocID="{F342216F-FBF1-41D7-919C-7049CA20572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7C97D28A-6337-4BD4-88DA-E386C94E58EA}" type="pres">
      <dgm:prSet presAssocID="{F342216F-FBF1-41D7-919C-7049CA20572C}" presName="spaceRect" presStyleCnt="0"/>
      <dgm:spPr/>
    </dgm:pt>
    <dgm:pt modelId="{7CEA8AF0-CDCB-4FBD-8FCB-A8EECB922CE0}" type="pres">
      <dgm:prSet presAssocID="{F342216F-FBF1-41D7-919C-7049CA20572C}" presName="textRect" presStyleLbl="revTx" presStyleIdx="1" presStyleCnt="4">
        <dgm:presLayoutVars>
          <dgm:chMax val="1"/>
          <dgm:chPref val="1"/>
        </dgm:presLayoutVars>
      </dgm:prSet>
      <dgm:spPr/>
    </dgm:pt>
    <dgm:pt modelId="{92A8B23C-69B8-4E96-B33F-BB2C249D15FB}" type="pres">
      <dgm:prSet presAssocID="{4264E9A9-DAC3-427B-8E9E-0073816BE51F}" presName="sibTrans" presStyleCnt="0"/>
      <dgm:spPr/>
    </dgm:pt>
    <dgm:pt modelId="{D938C496-9BEF-45FE-B395-F2557FB65E88}" type="pres">
      <dgm:prSet presAssocID="{89123716-B84D-436A-B032-220B2B9CADDC}" presName="compNode" presStyleCnt="0"/>
      <dgm:spPr/>
    </dgm:pt>
    <dgm:pt modelId="{1F290E81-B7E4-40F0-A220-DB97594D9AE3}" type="pres">
      <dgm:prSet presAssocID="{89123716-B84D-436A-B032-220B2B9CADDC}" presName="iconBgRect" presStyleLbl="bgShp" presStyleIdx="2" presStyleCnt="4"/>
      <dgm:spPr/>
    </dgm:pt>
    <dgm:pt modelId="{9FDBD919-83B2-43D2-B22A-C1D340DD896A}" type="pres">
      <dgm:prSet presAssocID="{89123716-B84D-436A-B032-220B2B9CADDC}"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448386B8-992B-4E81-92FA-A2A8D3DE4E53}" type="pres">
      <dgm:prSet presAssocID="{89123716-B84D-436A-B032-220B2B9CADDC}" presName="spaceRect" presStyleCnt="0"/>
      <dgm:spPr/>
    </dgm:pt>
    <dgm:pt modelId="{3F410A1B-B3E5-49A9-AA89-AAA8A26BCB24}" type="pres">
      <dgm:prSet presAssocID="{89123716-B84D-436A-B032-220B2B9CADDC}" presName="textRect" presStyleLbl="revTx" presStyleIdx="2" presStyleCnt="4">
        <dgm:presLayoutVars>
          <dgm:chMax val="1"/>
          <dgm:chPref val="1"/>
        </dgm:presLayoutVars>
      </dgm:prSet>
      <dgm:spPr/>
    </dgm:pt>
    <dgm:pt modelId="{AD0B658B-B50A-40EF-B4FE-7234C25616F8}" type="pres">
      <dgm:prSet presAssocID="{79535D29-4C9A-449D-A727-B90BC51637B7}" presName="sibTrans" presStyleCnt="0"/>
      <dgm:spPr/>
    </dgm:pt>
    <dgm:pt modelId="{CAC241F1-438C-4156-AE32-1C9D5A4592D9}" type="pres">
      <dgm:prSet presAssocID="{BD4CDB43-353E-4B02-B096-C95F07496D3C}" presName="compNode" presStyleCnt="0"/>
      <dgm:spPr/>
    </dgm:pt>
    <dgm:pt modelId="{17388459-6EB8-4F5E-BF5C-9EB4EB9F5789}" type="pres">
      <dgm:prSet presAssocID="{BD4CDB43-353E-4B02-B096-C95F07496D3C}" presName="iconBgRect" presStyleLbl="bgShp" presStyleIdx="3" presStyleCnt="4"/>
      <dgm:spPr/>
    </dgm:pt>
    <dgm:pt modelId="{958D9CF1-097F-4361-ABD4-11EB84ECFAE9}" type="pres">
      <dgm:prSet presAssocID="{BD4CDB43-353E-4B02-B096-C95F07496D3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opping cart"/>
        </a:ext>
      </dgm:extLst>
    </dgm:pt>
    <dgm:pt modelId="{9B133744-2F9F-4D93-9D78-885476BC07F6}" type="pres">
      <dgm:prSet presAssocID="{BD4CDB43-353E-4B02-B096-C95F07496D3C}" presName="spaceRect" presStyleCnt="0"/>
      <dgm:spPr/>
    </dgm:pt>
    <dgm:pt modelId="{FE08D94C-0979-4A7E-9611-4E89C272E0B9}" type="pres">
      <dgm:prSet presAssocID="{BD4CDB43-353E-4B02-B096-C95F07496D3C}" presName="textRect" presStyleLbl="revTx" presStyleIdx="3" presStyleCnt="4">
        <dgm:presLayoutVars>
          <dgm:chMax val="1"/>
          <dgm:chPref val="1"/>
        </dgm:presLayoutVars>
      </dgm:prSet>
      <dgm:spPr/>
    </dgm:pt>
  </dgm:ptLst>
  <dgm:cxnLst>
    <dgm:cxn modelId="{4160E90A-0E10-4739-BB63-163659A712F0}" srcId="{1187127D-E7A7-455E-93D3-1EAC1DAB5C83}" destId="{89123716-B84D-436A-B032-220B2B9CADDC}" srcOrd="2" destOrd="0" parTransId="{A99727AF-82D3-4448-923F-255E12D7C9BC}" sibTransId="{79535D29-4C9A-449D-A727-B90BC51637B7}"/>
    <dgm:cxn modelId="{284BEB15-5C71-4905-A027-57797D994D65}" type="presOf" srcId="{F342216F-FBF1-41D7-919C-7049CA20572C}" destId="{7CEA8AF0-CDCB-4FBD-8FCB-A8EECB922CE0}" srcOrd="0" destOrd="0" presId="urn:microsoft.com/office/officeart/2018/5/layout/IconCircleLabelList"/>
    <dgm:cxn modelId="{665AB720-9620-4AC6-8DF1-9FB6CD014567}" type="presOf" srcId="{BD4CDB43-353E-4B02-B096-C95F07496D3C}" destId="{FE08D94C-0979-4A7E-9611-4E89C272E0B9}" srcOrd="0" destOrd="0" presId="urn:microsoft.com/office/officeart/2018/5/layout/IconCircleLabelList"/>
    <dgm:cxn modelId="{3D238423-40A9-4D99-B54D-A2855A3DA7BF}" srcId="{1187127D-E7A7-455E-93D3-1EAC1DAB5C83}" destId="{F342216F-FBF1-41D7-919C-7049CA20572C}" srcOrd="1" destOrd="0" parTransId="{458C9A33-97A5-4CBB-B140-5648BC39D963}" sibTransId="{4264E9A9-DAC3-427B-8E9E-0073816BE51F}"/>
    <dgm:cxn modelId="{D1F63E5B-71C3-4407-B69C-53CC2F17F251}" type="presOf" srcId="{0B54B875-7D75-439A-96AC-0B6B0E0F9027}" destId="{1A451185-6747-4E77-A3B3-9CCD7AC625EB}" srcOrd="0" destOrd="0" presId="urn:microsoft.com/office/officeart/2018/5/layout/IconCircleLabelList"/>
    <dgm:cxn modelId="{2D027D54-0797-4CE1-8646-E3A6F4D7AE6C}" srcId="{1187127D-E7A7-455E-93D3-1EAC1DAB5C83}" destId="{0B54B875-7D75-439A-96AC-0B6B0E0F9027}" srcOrd="0" destOrd="0" parTransId="{E10A52C8-AA57-46D3-B7CE-50C51AD1F38B}" sibTransId="{6BB7D5D8-B58C-4639-AB04-F3323C9E3D5A}"/>
    <dgm:cxn modelId="{46799A86-856A-4949-AC18-96B169E2E058}" type="presOf" srcId="{1187127D-E7A7-455E-93D3-1EAC1DAB5C83}" destId="{D8316F63-CE47-407B-9DCB-E8FEC91F0742}" srcOrd="0" destOrd="0" presId="urn:microsoft.com/office/officeart/2018/5/layout/IconCircleLabelList"/>
    <dgm:cxn modelId="{0560C2CF-2867-4C41-9B84-C43B49A1EFCF}" srcId="{1187127D-E7A7-455E-93D3-1EAC1DAB5C83}" destId="{BD4CDB43-353E-4B02-B096-C95F07496D3C}" srcOrd="3" destOrd="0" parTransId="{50B9826E-03A9-4BEC-83AF-4FE3EC5546B9}" sibTransId="{F766CB66-C9FA-4DBA-A25A-4A827F70313C}"/>
    <dgm:cxn modelId="{3F295CDC-7471-482D-90A1-CAF76E95A10C}" type="presOf" srcId="{89123716-B84D-436A-B032-220B2B9CADDC}" destId="{3F410A1B-B3E5-49A9-AA89-AAA8A26BCB24}" srcOrd="0" destOrd="0" presId="urn:microsoft.com/office/officeart/2018/5/layout/IconCircleLabelList"/>
    <dgm:cxn modelId="{CC2717E0-B745-4FA0-BA9D-61935A040744}" type="presParOf" srcId="{D8316F63-CE47-407B-9DCB-E8FEC91F0742}" destId="{AE2471DD-AEF0-46AC-AE4E-4047B474E634}" srcOrd="0" destOrd="0" presId="urn:microsoft.com/office/officeart/2018/5/layout/IconCircleLabelList"/>
    <dgm:cxn modelId="{69E34C59-CEB5-4F65-8A99-276EFDDA7804}" type="presParOf" srcId="{AE2471DD-AEF0-46AC-AE4E-4047B474E634}" destId="{6A28B40A-85CB-44CF-9E81-3063936285E3}" srcOrd="0" destOrd="0" presId="urn:microsoft.com/office/officeart/2018/5/layout/IconCircleLabelList"/>
    <dgm:cxn modelId="{7FA62A85-3AE0-4230-8DEC-136FF67A2F75}" type="presParOf" srcId="{AE2471DD-AEF0-46AC-AE4E-4047B474E634}" destId="{005524FB-3A0E-4BA5-B04E-59FC2E252AEB}" srcOrd="1" destOrd="0" presId="urn:microsoft.com/office/officeart/2018/5/layout/IconCircleLabelList"/>
    <dgm:cxn modelId="{7CA4F707-4953-4BB7-8153-F387AA80FACC}" type="presParOf" srcId="{AE2471DD-AEF0-46AC-AE4E-4047B474E634}" destId="{10E3AB85-F629-46B7-9081-FC073256C023}" srcOrd="2" destOrd="0" presId="urn:microsoft.com/office/officeart/2018/5/layout/IconCircleLabelList"/>
    <dgm:cxn modelId="{2E91F802-C502-4DD3-B43A-1601D4FA9BC1}" type="presParOf" srcId="{AE2471DD-AEF0-46AC-AE4E-4047B474E634}" destId="{1A451185-6747-4E77-A3B3-9CCD7AC625EB}" srcOrd="3" destOrd="0" presId="urn:microsoft.com/office/officeart/2018/5/layout/IconCircleLabelList"/>
    <dgm:cxn modelId="{B4839D52-EE0B-4A8A-9C6D-7FD814118460}" type="presParOf" srcId="{D8316F63-CE47-407B-9DCB-E8FEC91F0742}" destId="{BD8992B9-B7CC-44F7-8E17-FEAD75D73260}" srcOrd="1" destOrd="0" presId="urn:microsoft.com/office/officeart/2018/5/layout/IconCircleLabelList"/>
    <dgm:cxn modelId="{FBD61538-10AA-4771-BB43-1A8DDA8B6D38}" type="presParOf" srcId="{D8316F63-CE47-407B-9DCB-E8FEC91F0742}" destId="{4A705C56-DCC9-4BDC-963E-E3C1A32B8124}" srcOrd="2" destOrd="0" presId="urn:microsoft.com/office/officeart/2018/5/layout/IconCircleLabelList"/>
    <dgm:cxn modelId="{F9E26C15-BFC6-4D29-9CB1-05963DCE45AF}" type="presParOf" srcId="{4A705C56-DCC9-4BDC-963E-E3C1A32B8124}" destId="{C4618682-3912-4E72-999D-4BF5CD06322D}" srcOrd="0" destOrd="0" presId="urn:microsoft.com/office/officeart/2018/5/layout/IconCircleLabelList"/>
    <dgm:cxn modelId="{EE54B73B-63D2-4205-B860-DF511475FABF}" type="presParOf" srcId="{4A705C56-DCC9-4BDC-963E-E3C1A32B8124}" destId="{172F9AEA-3377-4AFB-BDDB-45672D648ACC}" srcOrd="1" destOrd="0" presId="urn:microsoft.com/office/officeart/2018/5/layout/IconCircleLabelList"/>
    <dgm:cxn modelId="{E70A3D01-85AC-4556-B266-4E7847A9FEEC}" type="presParOf" srcId="{4A705C56-DCC9-4BDC-963E-E3C1A32B8124}" destId="{7C97D28A-6337-4BD4-88DA-E386C94E58EA}" srcOrd="2" destOrd="0" presId="urn:microsoft.com/office/officeart/2018/5/layout/IconCircleLabelList"/>
    <dgm:cxn modelId="{1D938727-B51F-4DB6-B47F-19DCB6B3B3E0}" type="presParOf" srcId="{4A705C56-DCC9-4BDC-963E-E3C1A32B8124}" destId="{7CEA8AF0-CDCB-4FBD-8FCB-A8EECB922CE0}" srcOrd="3" destOrd="0" presId="urn:microsoft.com/office/officeart/2018/5/layout/IconCircleLabelList"/>
    <dgm:cxn modelId="{C99FA575-863A-4F30-A66C-2AC2D9CDF739}" type="presParOf" srcId="{D8316F63-CE47-407B-9DCB-E8FEC91F0742}" destId="{92A8B23C-69B8-4E96-B33F-BB2C249D15FB}" srcOrd="3" destOrd="0" presId="urn:microsoft.com/office/officeart/2018/5/layout/IconCircleLabelList"/>
    <dgm:cxn modelId="{19CF721B-33E2-4529-9403-5AB9BBA47D98}" type="presParOf" srcId="{D8316F63-CE47-407B-9DCB-E8FEC91F0742}" destId="{D938C496-9BEF-45FE-B395-F2557FB65E88}" srcOrd="4" destOrd="0" presId="urn:microsoft.com/office/officeart/2018/5/layout/IconCircleLabelList"/>
    <dgm:cxn modelId="{658D0125-C3C9-4D5B-8DF0-5E2057102680}" type="presParOf" srcId="{D938C496-9BEF-45FE-B395-F2557FB65E88}" destId="{1F290E81-B7E4-40F0-A220-DB97594D9AE3}" srcOrd="0" destOrd="0" presId="urn:microsoft.com/office/officeart/2018/5/layout/IconCircleLabelList"/>
    <dgm:cxn modelId="{50F2BB0B-CE08-4F41-A25B-1FF84C93EEEF}" type="presParOf" srcId="{D938C496-9BEF-45FE-B395-F2557FB65E88}" destId="{9FDBD919-83B2-43D2-B22A-C1D340DD896A}" srcOrd="1" destOrd="0" presId="urn:microsoft.com/office/officeart/2018/5/layout/IconCircleLabelList"/>
    <dgm:cxn modelId="{51BF9BE5-F346-4A35-A9C3-91EDDD48FDDA}" type="presParOf" srcId="{D938C496-9BEF-45FE-B395-F2557FB65E88}" destId="{448386B8-992B-4E81-92FA-A2A8D3DE4E53}" srcOrd="2" destOrd="0" presId="urn:microsoft.com/office/officeart/2018/5/layout/IconCircleLabelList"/>
    <dgm:cxn modelId="{DFB9ED2B-2930-4C79-B0BD-4EA886CDAA92}" type="presParOf" srcId="{D938C496-9BEF-45FE-B395-F2557FB65E88}" destId="{3F410A1B-B3E5-49A9-AA89-AAA8A26BCB24}" srcOrd="3" destOrd="0" presId="urn:microsoft.com/office/officeart/2018/5/layout/IconCircleLabelList"/>
    <dgm:cxn modelId="{261BF724-C195-49FC-98B1-0E02F339F1F9}" type="presParOf" srcId="{D8316F63-CE47-407B-9DCB-E8FEC91F0742}" destId="{AD0B658B-B50A-40EF-B4FE-7234C25616F8}" srcOrd="5" destOrd="0" presId="urn:microsoft.com/office/officeart/2018/5/layout/IconCircleLabelList"/>
    <dgm:cxn modelId="{D185BF21-7E56-4FEF-8D8D-7AFA57AE257F}" type="presParOf" srcId="{D8316F63-CE47-407B-9DCB-E8FEC91F0742}" destId="{CAC241F1-438C-4156-AE32-1C9D5A4592D9}" srcOrd="6" destOrd="0" presId="urn:microsoft.com/office/officeart/2018/5/layout/IconCircleLabelList"/>
    <dgm:cxn modelId="{CCB975DD-FEAD-46AB-8FA8-28FB14C050DE}" type="presParOf" srcId="{CAC241F1-438C-4156-AE32-1C9D5A4592D9}" destId="{17388459-6EB8-4F5E-BF5C-9EB4EB9F5789}" srcOrd="0" destOrd="0" presId="urn:microsoft.com/office/officeart/2018/5/layout/IconCircleLabelList"/>
    <dgm:cxn modelId="{B1B44AEE-20A0-49E0-A0A9-7D5238CE1C61}" type="presParOf" srcId="{CAC241F1-438C-4156-AE32-1C9D5A4592D9}" destId="{958D9CF1-097F-4361-ABD4-11EB84ECFAE9}" srcOrd="1" destOrd="0" presId="urn:microsoft.com/office/officeart/2018/5/layout/IconCircleLabelList"/>
    <dgm:cxn modelId="{7028E282-AF31-4A2A-AED3-D9025F008A50}" type="presParOf" srcId="{CAC241F1-438C-4156-AE32-1C9D5A4592D9}" destId="{9B133744-2F9F-4D93-9D78-885476BC07F6}" srcOrd="2" destOrd="0" presId="urn:microsoft.com/office/officeart/2018/5/layout/IconCircleLabelList"/>
    <dgm:cxn modelId="{CF8EEE8A-A4B0-424D-BC69-4A13116257FE}" type="presParOf" srcId="{CAC241F1-438C-4156-AE32-1C9D5A4592D9}" destId="{FE08D94C-0979-4A7E-9611-4E89C272E0B9}"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28B40A-85CB-44CF-9E81-3063936285E3}">
      <dsp:nvSpPr>
        <dsp:cNvPr id="0" name=""/>
        <dsp:cNvSpPr/>
      </dsp:nvSpPr>
      <dsp:spPr>
        <a:xfrm>
          <a:off x="774129" y="709809"/>
          <a:ext cx="1255425" cy="125542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524FB-3A0E-4BA5-B04E-59FC2E252AEB}">
      <dsp:nvSpPr>
        <dsp:cNvPr id="0" name=""/>
        <dsp:cNvSpPr/>
      </dsp:nvSpPr>
      <dsp:spPr>
        <a:xfrm>
          <a:off x="1041679" y="977359"/>
          <a:ext cx="720326" cy="720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451185-6747-4E77-A3B3-9CCD7AC625EB}">
      <dsp:nvSpPr>
        <dsp:cNvPr id="0" name=""/>
        <dsp:cNvSpPr/>
      </dsp:nvSpPr>
      <dsp:spPr>
        <a:xfrm>
          <a:off x="372805" y="2356270"/>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422400">
            <a:lnSpc>
              <a:spcPct val="100000"/>
            </a:lnSpc>
            <a:spcBef>
              <a:spcPct val="0"/>
            </a:spcBef>
            <a:spcAft>
              <a:spcPct val="35000"/>
            </a:spcAft>
            <a:buNone/>
            <a:defRPr cap="all"/>
          </a:pPr>
          <a:r>
            <a:rPr lang="zh-TW" altLang="en-US" sz="3200" kern="1200" noProof="0" dirty="0">
              <a:latin typeface="Microsoft JhengHei UI" panose="020B0604030504040204" pitchFamily="34" charset="-120"/>
              <a:ea typeface="Microsoft JhengHei UI" panose="020B0604030504040204" pitchFamily="34" charset="-120"/>
            </a:rPr>
            <a:t>我們的故事</a:t>
          </a:r>
        </a:p>
      </dsp:txBody>
      <dsp:txXfrm>
        <a:off x="372805" y="2356270"/>
        <a:ext cx="2058075" cy="720000"/>
      </dsp:txXfrm>
    </dsp:sp>
    <dsp:sp modelId="{C4618682-3912-4E72-999D-4BF5CD06322D}">
      <dsp:nvSpPr>
        <dsp:cNvPr id="0" name=""/>
        <dsp:cNvSpPr/>
      </dsp:nvSpPr>
      <dsp:spPr>
        <a:xfrm>
          <a:off x="3192368" y="709809"/>
          <a:ext cx="1255425" cy="125542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2F9AEA-3377-4AFB-BDDB-45672D648ACC}">
      <dsp:nvSpPr>
        <dsp:cNvPr id="0" name=""/>
        <dsp:cNvSpPr/>
      </dsp:nvSpPr>
      <dsp:spPr>
        <a:xfrm>
          <a:off x="3459917" y="977359"/>
          <a:ext cx="720326" cy="720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CEA8AF0-CDCB-4FBD-8FCB-A8EECB922CE0}">
      <dsp:nvSpPr>
        <dsp:cNvPr id="0" name=""/>
        <dsp:cNvSpPr/>
      </dsp:nvSpPr>
      <dsp:spPr>
        <a:xfrm>
          <a:off x="2791043" y="2356270"/>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422400">
            <a:lnSpc>
              <a:spcPct val="100000"/>
            </a:lnSpc>
            <a:spcBef>
              <a:spcPct val="0"/>
            </a:spcBef>
            <a:spcAft>
              <a:spcPct val="35000"/>
            </a:spcAft>
            <a:buNone/>
            <a:defRPr cap="all"/>
          </a:pPr>
          <a:r>
            <a:rPr lang="zh-TW" altLang="en-US" sz="3200" kern="1200" noProof="0" dirty="0">
              <a:latin typeface="Microsoft JhengHei UI" panose="020B0604030504040204" pitchFamily="34" charset="-120"/>
              <a:ea typeface="Microsoft JhengHei UI" panose="020B0604030504040204" pitchFamily="34" charset="-120"/>
            </a:rPr>
            <a:t>任務</a:t>
          </a:r>
        </a:p>
      </dsp:txBody>
      <dsp:txXfrm>
        <a:off x="2791043" y="2356270"/>
        <a:ext cx="2058075" cy="720000"/>
      </dsp:txXfrm>
    </dsp:sp>
    <dsp:sp modelId="{1F290E81-B7E4-40F0-A220-DB97594D9AE3}">
      <dsp:nvSpPr>
        <dsp:cNvPr id="0" name=""/>
        <dsp:cNvSpPr/>
      </dsp:nvSpPr>
      <dsp:spPr>
        <a:xfrm>
          <a:off x="5610606" y="709809"/>
          <a:ext cx="1255425" cy="125542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DBD919-83B2-43D2-B22A-C1D340DD896A}">
      <dsp:nvSpPr>
        <dsp:cNvPr id="0" name=""/>
        <dsp:cNvSpPr/>
      </dsp:nvSpPr>
      <dsp:spPr>
        <a:xfrm>
          <a:off x="5878155" y="977359"/>
          <a:ext cx="720326" cy="720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410A1B-B3E5-49A9-AA89-AAA8A26BCB24}">
      <dsp:nvSpPr>
        <dsp:cNvPr id="0" name=""/>
        <dsp:cNvSpPr/>
      </dsp:nvSpPr>
      <dsp:spPr>
        <a:xfrm>
          <a:off x="5209281" y="2356270"/>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422400">
            <a:lnSpc>
              <a:spcPct val="100000"/>
            </a:lnSpc>
            <a:spcBef>
              <a:spcPct val="0"/>
            </a:spcBef>
            <a:spcAft>
              <a:spcPct val="35000"/>
            </a:spcAft>
            <a:buNone/>
            <a:defRPr cap="all"/>
          </a:pPr>
          <a:r>
            <a:rPr lang="zh-TW" altLang="en-US" sz="3200" kern="1200" noProof="0" dirty="0">
              <a:latin typeface="Microsoft JhengHei UI" panose="020B0604030504040204" pitchFamily="34" charset="-120"/>
              <a:ea typeface="Microsoft JhengHei UI" panose="020B0604030504040204" pitchFamily="34" charset="-120"/>
            </a:rPr>
            <a:t>理念</a:t>
          </a:r>
        </a:p>
      </dsp:txBody>
      <dsp:txXfrm>
        <a:off x="5209281" y="2356270"/>
        <a:ext cx="2058075" cy="720000"/>
      </dsp:txXfrm>
    </dsp:sp>
    <dsp:sp modelId="{17388459-6EB8-4F5E-BF5C-9EB4EB9F5789}">
      <dsp:nvSpPr>
        <dsp:cNvPr id="0" name=""/>
        <dsp:cNvSpPr/>
      </dsp:nvSpPr>
      <dsp:spPr>
        <a:xfrm>
          <a:off x="8028844" y="709809"/>
          <a:ext cx="1255425" cy="125542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8D9CF1-097F-4361-ABD4-11EB84ECFAE9}">
      <dsp:nvSpPr>
        <dsp:cNvPr id="0" name=""/>
        <dsp:cNvSpPr/>
      </dsp:nvSpPr>
      <dsp:spPr>
        <a:xfrm>
          <a:off x="8296394" y="977359"/>
          <a:ext cx="720326" cy="720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8D94C-0979-4A7E-9611-4E89C272E0B9}">
      <dsp:nvSpPr>
        <dsp:cNvPr id="0" name=""/>
        <dsp:cNvSpPr/>
      </dsp:nvSpPr>
      <dsp:spPr>
        <a:xfrm>
          <a:off x="7627519" y="2356270"/>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422400">
            <a:lnSpc>
              <a:spcPct val="100000"/>
            </a:lnSpc>
            <a:spcBef>
              <a:spcPct val="0"/>
            </a:spcBef>
            <a:spcAft>
              <a:spcPct val="35000"/>
            </a:spcAft>
            <a:buNone/>
            <a:defRPr cap="all"/>
          </a:pPr>
          <a:r>
            <a:rPr lang="zh-TW" altLang="en-US" sz="3200" kern="1200" noProof="0" dirty="0">
              <a:latin typeface="Microsoft JhengHei UI" panose="020B0604030504040204" pitchFamily="34" charset="-120"/>
              <a:ea typeface="Microsoft JhengHei UI" panose="020B0604030504040204" pitchFamily="34" charset="-120"/>
            </a:rPr>
            <a:t>產品與服務</a:t>
          </a:r>
        </a:p>
      </dsp:txBody>
      <dsp:txXfrm>
        <a:off x="7627519" y="2356270"/>
        <a:ext cx="2058075"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圖示圓形標籤清單"/>
  <dgm:desc val="用來顯示不循序或群組的資訊區塊，以及相關視覺效果。最適合用於圖示或簡短文字字幕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預留位置 1">
            <a:extLst>
              <a:ext uri="{FF2B5EF4-FFF2-40B4-BE49-F238E27FC236}">
                <a16:creationId xmlns:a16="http://schemas.microsoft.com/office/drawing/2014/main" id="{623AA0E9-8CD0-4A6E-A65E-A06028B83F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3" name="日期版面配置區 2">
            <a:extLst>
              <a:ext uri="{FF2B5EF4-FFF2-40B4-BE49-F238E27FC236}">
                <a16:creationId xmlns:a16="http://schemas.microsoft.com/office/drawing/2014/main" id="{D5E2408B-C9AB-4665-AC99-B057BD0A43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E80C026-95C8-40F4-971F-81B0F53924F6}" type="datetime1">
              <a:rPr lang="zh-TW" altLang="en-US" smtClean="0">
                <a:latin typeface="Microsoft JhengHei UI" panose="020B0604030504040204" pitchFamily="34" charset="-120"/>
                <a:ea typeface="Microsoft JhengHei UI" panose="020B0604030504040204" pitchFamily="34" charset="-120"/>
              </a:rPr>
              <a:t>2026/6/27</a:t>
            </a:fld>
            <a:endParaRPr lang="zh-TW" altLang="en-US">
              <a:latin typeface="Microsoft JhengHei UI" panose="020B0604030504040204" pitchFamily="34" charset="-120"/>
              <a:ea typeface="Microsoft JhengHei UI" panose="020B0604030504040204" pitchFamily="34" charset="-120"/>
            </a:endParaRPr>
          </a:p>
        </p:txBody>
      </p:sp>
      <p:sp>
        <p:nvSpPr>
          <p:cNvPr id="4" name="頁尾版面配置區 3">
            <a:extLst>
              <a:ext uri="{FF2B5EF4-FFF2-40B4-BE49-F238E27FC236}">
                <a16:creationId xmlns:a16="http://schemas.microsoft.com/office/drawing/2014/main" id="{8CD1B215-531B-4869-BD98-BD3B1390B1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5" name="投影片編號預留位置 4">
            <a:extLst>
              <a:ext uri="{FF2B5EF4-FFF2-40B4-BE49-F238E27FC236}">
                <a16:creationId xmlns:a16="http://schemas.microsoft.com/office/drawing/2014/main" id="{60B53F21-4D67-455D-8074-E9E6EC26FA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52858E0-3D38-47B7-97D4-4FE08D90D359}" type="slidenum">
              <a:rPr lang="en-US" altLang="zh-TW" smtClean="0">
                <a:latin typeface="Microsoft JhengHei UI" panose="020B0604030504040204" pitchFamily="34" charset="-120"/>
                <a:ea typeface="Microsoft JhengHei UI" panose="020B0604030504040204" pitchFamily="34" charset="-120"/>
              </a:rPr>
              <a:t>‹#›</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28214433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預留位置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JhengHei UI" panose="020B0604030504040204" pitchFamily="34" charset="-120"/>
                <a:ea typeface="Microsoft JhengHei UI" panose="020B0604030504040204" pitchFamily="34" charset="-120"/>
              </a:defRPr>
            </a:lvl1pPr>
          </a:lstStyle>
          <a:p>
            <a:endParaRPr lang="zh-TW" altLang="en-US" noProof="0"/>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JhengHei UI" panose="020B0604030504040204" pitchFamily="34" charset="-120"/>
                <a:ea typeface="Microsoft JhengHei UI" panose="020B0604030504040204" pitchFamily="34" charset="-120"/>
              </a:defRPr>
            </a:lvl1pPr>
          </a:lstStyle>
          <a:p>
            <a:fld id="{23A70EBF-9A44-4A2B-9568-A8584D487A4A}" type="datetime1">
              <a:rPr lang="zh-TW" altLang="en-US" noProof="0" smtClean="0"/>
              <a:t>2026/6/27</a:t>
            </a:fld>
            <a:endParaRPr lang="zh-TW" altLang="en-US" noProof="0"/>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TW" altLang="en-US" noProof="0"/>
          </a:p>
        </p:txBody>
      </p:sp>
      <p:sp>
        <p:nvSpPr>
          <p:cNvPr id="5" name="備忘稿預留位置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6" name="頁尾預留位置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JhengHei UI" panose="020B0604030504040204" pitchFamily="34" charset="-120"/>
                <a:ea typeface="Microsoft JhengHei UI" panose="020B0604030504040204" pitchFamily="34" charset="-120"/>
              </a:defRPr>
            </a:lvl1pPr>
          </a:lstStyle>
          <a:p>
            <a:endParaRPr lang="zh-TW" altLang="en-US" noProof="0"/>
          </a:p>
        </p:txBody>
      </p:sp>
      <p:sp>
        <p:nvSpPr>
          <p:cNvPr id="7" name="投影片編號預留位置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JhengHei UI" panose="020B0604030504040204" pitchFamily="34" charset="-120"/>
                <a:ea typeface="Microsoft JhengHei UI" panose="020B0604030504040204" pitchFamily="34" charset="-120"/>
              </a:defRPr>
            </a:lvl1pPr>
          </a:lstStyle>
          <a:p>
            <a:fld id="{284ECAD9-32EE-4091-BDA5-6BD15ACC5E58}" type="slidenum">
              <a:rPr lang="en-US" altLang="zh-TW" noProof="0" smtClean="0"/>
              <a:pPr/>
              <a:t>‹#›</a:t>
            </a:fld>
            <a:endParaRPr lang="zh-TW" altLang="en-US" noProof="0"/>
          </a:p>
        </p:txBody>
      </p:sp>
    </p:spTree>
    <p:extLst>
      <p:ext uri="{BB962C8B-B14F-4D97-AF65-F5344CB8AC3E}">
        <p14:creationId xmlns:p14="http://schemas.microsoft.com/office/powerpoint/2010/main" val="11066189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1pPr>
    <a:lvl2pPr marL="4572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2pPr>
    <a:lvl3pPr marL="9144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3pPr>
    <a:lvl4pPr marL="13716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4pPr>
    <a:lvl5pPr marL="18288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預留位置 2"/>
          <p:cNvSpPr>
            <a:spLocks noGrp="1"/>
          </p:cNvSpPr>
          <p:nvPr>
            <p:ph type="body" idx="1"/>
          </p:nvPr>
        </p:nvSpPr>
        <p:spPr/>
        <p:txBody>
          <a:bodyPr rtlCol="0"/>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4" name="投影片編號預留位置 3"/>
          <p:cNvSpPr>
            <a:spLocks noGrp="1"/>
          </p:cNvSpPr>
          <p:nvPr>
            <p:ph type="sldNum" sz="quarter" idx="5"/>
          </p:nvPr>
        </p:nvSpPr>
        <p:spPr/>
        <p:txBody>
          <a:bodyPr rtlCol="0"/>
          <a:lstStyle/>
          <a:p>
            <a:pPr rtl="0"/>
            <a:fld id="{284ECAD9-32EE-4091-BDA5-6BD15ACC5E58}" type="slidenum">
              <a:rPr lang="en-US" altLang="zh-TW" smtClean="0">
                <a:latin typeface="Microsoft JhengHei UI" panose="020B0604030504040204" pitchFamily="34" charset="-120"/>
                <a:ea typeface="Microsoft JhengHei UI" panose="020B0604030504040204" pitchFamily="34" charset="-120"/>
              </a:rPr>
              <a:t>1</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2215981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latin typeface="Microsoft JhengHei UI" panose="020B0604030504040204" pitchFamily="34" charset="-120"/>
              <a:ea typeface="Microsoft JhengHei UI" panose="020B0604030504040204" pitchFamily="34" charset="-120"/>
            </a:endParaRPr>
          </a:p>
        </p:txBody>
      </p:sp>
      <p:sp>
        <p:nvSpPr>
          <p:cNvPr id="4" name="投影片編號版面配置區 3"/>
          <p:cNvSpPr>
            <a:spLocks noGrp="1"/>
          </p:cNvSpPr>
          <p:nvPr>
            <p:ph type="sldNum" sz="quarter" idx="5"/>
          </p:nvPr>
        </p:nvSpPr>
        <p:spPr/>
        <p:txBody>
          <a:bodyPr/>
          <a:lstStyle/>
          <a:p>
            <a:pPr rtl="0"/>
            <a:fld id="{284ECAD9-32EE-4091-BDA5-6BD15ACC5E58}" type="slidenum">
              <a:rPr lang="en-US" altLang="zh-TW" smtClean="0">
                <a:latin typeface="Microsoft JhengHei UI" panose="020B0604030504040204" pitchFamily="34" charset="-120"/>
                <a:ea typeface="Microsoft JhengHei UI" panose="020B0604030504040204" pitchFamily="34" charset="-120"/>
              </a:rPr>
              <a:t>2</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2873591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4" name="投影片編號預留位置 3"/>
          <p:cNvSpPr>
            <a:spLocks noGrp="1"/>
          </p:cNvSpPr>
          <p:nvPr>
            <p:ph type="sldNum" sz="quarter" idx="5"/>
          </p:nvPr>
        </p:nvSpPr>
        <p:spPr/>
        <p:txBody>
          <a:bodyPr rtlCol="0"/>
          <a:lstStyle/>
          <a:p>
            <a:pPr rtl="0"/>
            <a:fld id="{284ECAD9-32EE-4091-BDA5-6BD15ACC5E58}" type="slidenum">
              <a:rPr lang="en-US" altLang="zh-TW" smtClean="0">
                <a:latin typeface="Microsoft JhengHei UI" panose="020B0604030504040204" pitchFamily="34" charset="-120"/>
                <a:ea typeface="Microsoft JhengHei UI" panose="020B0604030504040204" pitchFamily="34" charset="-120"/>
              </a:rPr>
              <a:t>3</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3455333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latin typeface="Microsoft JhengHei UI" panose="020B0604030504040204" pitchFamily="34" charset="-120"/>
              <a:ea typeface="Microsoft JhengHei UI" panose="020B0604030504040204" pitchFamily="34" charset="-120"/>
            </a:endParaRPr>
          </a:p>
        </p:txBody>
      </p:sp>
      <p:sp>
        <p:nvSpPr>
          <p:cNvPr id="4" name="投影片編號版面配置區 3"/>
          <p:cNvSpPr>
            <a:spLocks noGrp="1"/>
          </p:cNvSpPr>
          <p:nvPr>
            <p:ph type="sldNum" sz="quarter" idx="5"/>
          </p:nvPr>
        </p:nvSpPr>
        <p:spPr/>
        <p:txBody>
          <a:bodyPr/>
          <a:lstStyle/>
          <a:p>
            <a:pPr rtl="0"/>
            <a:fld id="{284ECAD9-32EE-4091-BDA5-6BD15ACC5E58}" type="slidenum">
              <a:rPr lang="en-US" altLang="zh-TW" smtClean="0">
                <a:latin typeface="Microsoft JhengHei UI" panose="020B0604030504040204" pitchFamily="34" charset="-120"/>
                <a:ea typeface="Microsoft JhengHei UI" panose="020B0604030504040204" pitchFamily="34" charset="-120"/>
              </a:rPr>
              <a:t>4</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1953741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4" name="投影片編號預留位置 3"/>
          <p:cNvSpPr>
            <a:spLocks noGrp="1"/>
          </p:cNvSpPr>
          <p:nvPr>
            <p:ph type="sldNum" sz="quarter" idx="5"/>
          </p:nvPr>
        </p:nvSpPr>
        <p:spPr/>
        <p:txBody>
          <a:bodyPr rtlCol="0"/>
          <a:lstStyle/>
          <a:p>
            <a:pPr rtl="0"/>
            <a:fld id="{284ECAD9-32EE-4091-BDA5-6BD15ACC5E58}" type="slidenum">
              <a:rPr lang="en-US" altLang="zh-TW" smtClean="0">
                <a:latin typeface="Microsoft JhengHei UI" panose="020B0604030504040204" pitchFamily="34" charset="-120"/>
                <a:ea typeface="Microsoft JhengHei UI" panose="020B0604030504040204" pitchFamily="34" charset="-120"/>
              </a:rPr>
              <a:t>5</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592779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4" name="投影片編號預留位置 3"/>
          <p:cNvSpPr>
            <a:spLocks noGrp="1"/>
          </p:cNvSpPr>
          <p:nvPr>
            <p:ph type="sldNum" sz="quarter" idx="5"/>
          </p:nvPr>
        </p:nvSpPr>
        <p:spPr/>
        <p:txBody>
          <a:bodyPr rtlCol="0"/>
          <a:lstStyle/>
          <a:p>
            <a:pPr rtl="0"/>
            <a:fld id="{284ECAD9-32EE-4091-BDA5-6BD15ACC5E58}" type="slidenum">
              <a:rPr lang="en-US" altLang="zh-TW" smtClean="0">
                <a:latin typeface="Microsoft JhengHei UI" panose="020B0604030504040204" pitchFamily="34" charset="-120"/>
                <a:ea typeface="Microsoft JhengHei UI" panose="020B0604030504040204" pitchFamily="34" charset="-120"/>
              </a:rPr>
              <a:t>6</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2445643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4" name="投影片編號預留位置 3"/>
          <p:cNvSpPr>
            <a:spLocks noGrp="1"/>
          </p:cNvSpPr>
          <p:nvPr>
            <p:ph type="sldNum" sz="quarter" idx="5"/>
          </p:nvPr>
        </p:nvSpPr>
        <p:spPr/>
        <p:txBody>
          <a:bodyPr rtlCol="0"/>
          <a:lstStyle/>
          <a:p>
            <a:pPr rtl="0"/>
            <a:fld id="{284ECAD9-32EE-4091-BDA5-6BD15ACC5E58}" type="slidenum">
              <a:rPr lang="en-US" altLang="zh-TW" smtClean="0">
                <a:latin typeface="Microsoft JhengHei UI" panose="020B0604030504040204" pitchFamily="34" charset="-120"/>
                <a:ea typeface="Microsoft JhengHei UI" panose="020B0604030504040204" pitchFamily="34" charset="-120"/>
              </a:rPr>
              <a:t>7</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2258266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預留位置 2"/>
          <p:cNvSpPr>
            <a:spLocks noGrp="1"/>
          </p:cNvSpPr>
          <p:nvPr>
            <p:ph type="body" idx="1"/>
          </p:nvPr>
        </p:nvSpPr>
        <p:spPr/>
        <p:txBody>
          <a:bodyPr rtlCol="0"/>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4" name="投影片編號版面配置區 3"/>
          <p:cNvSpPr>
            <a:spLocks noGrp="1"/>
          </p:cNvSpPr>
          <p:nvPr>
            <p:ph type="sldNum" sz="quarter" idx="5"/>
          </p:nvPr>
        </p:nvSpPr>
        <p:spPr/>
        <p:txBody>
          <a:bodyPr rtlCol="0"/>
          <a:lstStyle/>
          <a:p>
            <a:pPr rtl="0"/>
            <a:fld id="{284ECAD9-32EE-4091-BDA5-6BD15ACC5E58}" type="slidenum">
              <a:rPr lang="en-US" altLang="zh-TW" smtClean="0">
                <a:latin typeface="Microsoft JhengHei UI" panose="020B0604030504040204" pitchFamily="34" charset="-120"/>
                <a:ea typeface="Microsoft JhengHei UI" panose="020B0604030504040204" pitchFamily="34" charset="-120"/>
              </a:rPr>
              <a:t>8</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252246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sp>
        <p:nvSpPr>
          <p:cNvPr id="11" name="圖片版面配置區 9">
            <a:extLst>
              <a:ext uri="{FF2B5EF4-FFF2-40B4-BE49-F238E27FC236}">
                <a16:creationId xmlns:a16="http://schemas.microsoft.com/office/drawing/2014/main" id="{D1D313A2-A4D4-40DF-A0C2-C29F64168525}"/>
              </a:ext>
            </a:extLst>
          </p:cNvPr>
          <p:cNvSpPr>
            <a:spLocks noGrp="1"/>
          </p:cNvSpPr>
          <p:nvPr>
            <p:ph type="pic" sz="quarter" idx="13"/>
          </p:nvPr>
        </p:nvSpPr>
        <p:spPr>
          <a:xfrm>
            <a:off x="0" y="0"/>
            <a:ext cx="12192000" cy="6858000"/>
          </a:xfrm>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4" name="日期版面配置區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2AE83265-D7AD-45F0-B826-14A4B736E112}" type="datetime1">
              <a:rPr lang="zh-TW" altLang="en-US" noProof="0" smtClean="0"/>
              <a:t>2026/6/27</a:t>
            </a:fld>
            <a:endParaRPr lang="zh-TW" altLang="en-US" noProof="0"/>
          </a:p>
        </p:txBody>
      </p:sp>
      <p:sp>
        <p:nvSpPr>
          <p:cNvPr id="5" name="頁尾版面配置區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6" name="投影片編號版面配置區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3" name="副標題 2"/>
          <p:cNvSpPr>
            <a:spLocks noGrp="1"/>
          </p:cNvSpPr>
          <p:nvPr>
            <p:ph type="subTitle" idx="1" hasCustomPrompt="1"/>
          </p:nvPr>
        </p:nvSpPr>
        <p:spPr>
          <a:xfrm>
            <a:off x="1212850" y="4508500"/>
            <a:ext cx="5118100" cy="1279652"/>
          </a:xfrm>
        </p:spPr>
        <p:txBody>
          <a:bodyPr lIns="91440" rIns="91440" rtlCol="0">
            <a:normAutofit/>
          </a:bodyPr>
          <a:lstStyle>
            <a:lvl1pPr marL="0" indent="0" algn="l">
              <a:buNone/>
              <a:defRPr sz="2400" cap="all" spc="200" baseline="0">
                <a:solidFill>
                  <a:schemeClr val="bg1"/>
                </a:solidFill>
                <a:latin typeface="Microsoft JhengHei UI" panose="020B0604030504040204" pitchFamily="34" charset="-120"/>
                <a:ea typeface="Microsoft JhengHei UI" panose="020B0604030504040204" pitchFamily="34" charset="-12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zh-TW" altLang="en-US" noProof="0"/>
              <a:t>按一下以編輯母片副標題樣式</a:t>
            </a:r>
          </a:p>
        </p:txBody>
      </p:sp>
      <p:sp>
        <p:nvSpPr>
          <p:cNvPr id="2" name="標題 1"/>
          <p:cNvSpPr>
            <a:spLocks noGrp="1"/>
          </p:cNvSpPr>
          <p:nvPr>
            <p:ph type="ctrTitle"/>
          </p:nvPr>
        </p:nvSpPr>
        <p:spPr>
          <a:xfrm>
            <a:off x="1212850" y="2057400"/>
            <a:ext cx="5118100" cy="1929066"/>
          </a:xfrm>
        </p:spPr>
        <p:txBody>
          <a:bodyPr rtlCol="0" anchor="b">
            <a:noAutofit/>
          </a:bodyPr>
          <a:lstStyle>
            <a:lvl1pPr algn="l">
              <a:lnSpc>
                <a:spcPct val="90000"/>
              </a:lnSpc>
              <a:defRPr sz="5400" b="1" spc="-50" baseline="0">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Tree>
    <p:extLst>
      <p:ext uri="{BB962C8B-B14F-4D97-AF65-F5344CB8AC3E}">
        <p14:creationId xmlns:p14="http://schemas.microsoft.com/office/powerpoint/2010/main" val="672700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標題投影片">
    <p:spTree>
      <p:nvGrpSpPr>
        <p:cNvPr id="1" name=""/>
        <p:cNvGrpSpPr/>
        <p:nvPr/>
      </p:nvGrpSpPr>
      <p:grpSpPr>
        <a:xfrm>
          <a:off x="0" y="0"/>
          <a:ext cx="0" cy="0"/>
          <a:chOff x="0" y="0"/>
          <a:chExt cx="0" cy="0"/>
        </a:xfrm>
      </p:grpSpPr>
      <p:sp>
        <p:nvSpPr>
          <p:cNvPr id="13" name="Parallélogramme 14">
            <a:extLst>
              <a:ext uri="{FF2B5EF4-FFF2-40B4-BE49-F238E27FC236}">
                <a16:creationId xmlns:a16="http://schemas.microsoft.com/office/drawing/2014/main" id="{F5AA8A10-E19C-430B-9D5D-8D12F92BFEC5}"/>
              </a:ext>
            </a:extLst>
          </p:cNvPr>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12" name="矩形 11">
            <a:extLst>
              <a:ext uri="{FF2B5EF4-FFF2-40B4-BE49-F238E27FC236}">
                <a16:creationId xmlns:a16="http://schemas.microsoft.com/office/drawing/2014/main" id="{A7C93D4F-3003-4D58-9AFB-356A0F800F42}"/>
              </a:ext>
            </a:extLst>
          </p:cNvPr>
          <p:cNvSpPr/>
          <p:nvPr userDrawn="1"/>
        </p:nvSpPr>
        <p:spPr>
          <a:xfrm>
            <a:off x="6394450" y="0"/>
            <a:ext cx="15392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4" name="日期版面配置區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FDE130F7-0E01-4E1F-8C8F-B819D2B9CB69}" type="datetime1">
              <a:rPr lang="zh-TW" altLang="en-US" noProof="0" smtClean="0"/>
              <a:t>2026/6/27</a:t>
            </a:fld>
            <a:endParaRPr lang="zh-TW" altLang="en-US" noProof="0"/>
          </a:p>
        </p:txBody>
      </p:sp>
      <p:sp>
        <p:nvSpPr>
          <p:cNvPr id="5" name="頁尾版面配置區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6" name="投影片編號版面配置區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10" name="圖片版面配置區 9">
            <a:extLst>
              <a:ext uri="{FF2B5EF4-FFF2-40B4-BE49-F238E27FC236}">
                <a16:creationId xmlns:a16="http://schemas.microsoft.com/office/drawing/2014/main" id="{86028FDE-6655-4B55-B3B4-5B366034E8A8}"/>
              </a:ext>
            </a:extLst>
          </p:cNvPr>
          <p:cNvSpPr>
            <a:spLocks noGrp="1"/>
          </p:cNvSpPr>
          <p:nvPr>
            <p:ph type="pic" sz="quarter" idx="13"/>
          </p:nvPr>
        </p:nvSpPr>
        <p:spPr>
          <a:xfrm>
            <a:off x="0" y="0"/>
            <a:ext cx="6311900" cy="6858000"/>
          </a:xfrm>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2" name="標題 1"/>
          <p:cNvSpPr>
            <a:spLocks noGrp="1"/>
          </p:cNvSpPr>
          <p:nvPr>
            <p:ph type="ctrTitle"/>
          </p:nvPr>
        </p:nvSpPr>
        <p:spPr>
          <a:xfrm>
            <a:off x="6629400" y="758952"/>
            <a:ext cx="4526280" cy="3227514"/>
          </a:xfrm>
        </p:spPr>
        <p:txBody>
          <a:bodyPr rtlCol="0" anchor="b">
            <a:normAutofit/>
          </a:bodyPr>
          <a:lstStyle>
            <a:lvl1pPr algn="l">
              <a:lnSpc>
                <a:spcPct val="90000"/>
              </a:lnSpc>
              <a:defRPr sz="6000" b="1" spc="-50" baseline="0">
                <a:solidFill>
                  <a:schemeClr val="accent1"/>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副標題 2"/>
          <p:cNvSpPr>
            <a:spLocks noGrp="1"/>
          </p:cNvSpPr>
          <p:nvPr>
            <p:ph type="subTitle" idx="1" hasCustomPrompt="1"/>
          </p:nvPr>
        </p:nvSpPr>
        <p:spPr>
          <a:xfrm>
            <a:off x="6632171" y="4508500"/>
            <a:ext cx="4526280" cy="1279652"/>
          </a:xfrm>
        </p:spPr>
        <p:txBody>
          <a:bodyPr lIns="91440" rIns="91440" rtlCol="0">
            <a:normAutofit/>
          </a:bodyPr>
          <a:lstStyle>
            <a:lvl1pPr marL="0" indent="0" algn="l">
              <a:buNone/>
              <a:defRPr sz="2400" cap="all" spc="200" baseline="0">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zh-TW" altLang="en-US" noProof="0"/>
              <a:t>按一下以編輯母片副標題樣式</a:t>
            </a:r>
          </a:p>
        </p:txBody>
      </p:sp>
      <p:sp>
        <p:nvSpPr>
          <p:cNvPr id="11" name="矩形 10">
            <a:extLst>
              <a:ext uri="{FF2B5EF4-FFF2-40B4-BE49-F238E27FC236}">
                <a16:creationId xmlns:a16="http://schemas.microsoft.com/office/drawing/2014/main" id="{6D3E1BBA-670B-4CAE-B839-50ADB23DDBC6}"/>
              </a:ext>
            </a:extLst>
          </p:cNvPr>
          <p:cNvSpPr/>
          <p:nvPr userDrawn="1"/>
        </p:nvSpPr>
        <p:spPr>
          <a:xfrm>
            <a:off x="6311900" y="0"/>
            <a:ext cx="15392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66393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內容預留位置 2"/>
          <p:cNvSpPr>
            <a:spLocks noGrp="1"/>
          </p:cNvSpPr>
          <p:nvPr>
            <p:ph idx="1"/>
          </p:nvPr>
        </p:nvSpPr>
        <p:spPr/>
        <p:txBody>
          <a:bodyPr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7" name="日期版面配置區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1B5B9C21-834C-4A09-A1AA-617EC5A89449}" type="datetime1">
              <a:rPr lang="zh-TW" altLang="en-US" noProof="0" smtClean="0"/>
              <a:t>2026/6/27</a:t>
            </a:fld>
            <a:endParaRPr lang="zh-TW" altLang="en-US" noProof="0"/>
          </a:p>
        </p:txBody>
      </p:sp>
      <p:sp>
        <p:nvSpPr>
          <p:cNvPr id="8" name="頁尾版面配置區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9" name="投影片編號版面配置區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Tree>
    <p:extLst>
      <p:ext uri="{BB962C8B-B14F-4D97-AF65-F5344CB8AC3E}">
        <p14:creationId xmlns:p14="http://schemas.microsoft.com/office/powerpoint/2010/main" val="2018278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章節標題">
    <p:bg>
      <p:bgPr>
        <a:solidFill>
          <a:schemeClr val="bg1"/>
        </a:solidFill>
        <a:effectLst/>
      </p:bgPr>
    </p:bg>
    <p:spTree>
      <p:nvGrpSpPr>
        <p:cNvPr id="1" name=""/>
        <p:cNvGrpSpPr/>
        <p:nvPr/>
      </p:nvGrpSpPr>
      <p:grpSpPr>
        <a:xfrm>
          <a:off x="0" y="0"/>
          <a:ext cx="0" cy="0"/>
          <a:chOff x="0" y="0"/>
          <a:chExt cx="0" cy="0"/>
        </a:xfrm>
      </p:grpSpPr>
      <p:sp>
        <p:nvSpPr>
          <p:cNvPr id="15" name="Parallélogramme 14">
            <a:extLst>
              <a:ext uri="{FF2B5EF4-FFF2-40B4-BE49-F238E27FC236}">
                <a16:creationId xmlns:a16="http://schemas.microsoft.com/office/drawing/2014/main" id="{98B82A56-7790-48EC-983D-AB8F703699B2}"/>
              </a:ext>
            </a:extLst>
          </p:cNvPr>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7" name="日期版面配置區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DBF1DC20-44C1-453A-A248-6B330E814FBF}" type="datetime1">
              <a:rPr lang="zh-TW" altLang="en-US" noProof="0" smtClean="0"/>
              <a:t>2026/6/27</a:t>
            </a:fld>
            <a:endParaRPr lang="zh-TW" altLang="en-US" noProof="0"/>
          </a:p>
        </p:txBody>
      </p:sp>
      <p:sp>
        <p:nvSpPr>
          <p:cNvPr id="8" name="頁尾版面配置區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1" name="投影片編號版面配置區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12" name="圖片版面配置區 9">
            <a:extLst>
              <a:ext uri="{FF2B5EF4-FFF2-40B4-BE49-F238E27FC236}">
                <a16:creationId xmlns:a16="http://schemas.microsoft.com/office/drawing/2014/main" id="{E76B772A-7600-4ECE-B5A2-34827D4C7103}"/>
              </a:ext>
            </a:extLst>
          </p:cNvPr>
          <p:cNvSpPr>
            <a:spLocks noGrp="1"/>
          </p:cNvSpPr>
          <p:nvPr>
            <p:ph type="pic" sz="quarter" idx="13"/>
          </p:nvPr>
        </p:nvSpPr>
        <p:spPr>
          <a:xfrm>
            <a:off x="0" y="0"/>
            <a:ext cx="6311900" cy="6858000"/>
          </a:xfrm>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13" name="矩形 12">
            <a:extLst>
              <a:ext uri="{FF2B5EF4-FFF2-40B4-BE49-F238E27FC236}">
                <a16:creationId xmlns:a16="http://schemas.microsoft.com/office/drawing/2014/main" id="{33820398-8D1F-4543-ABA0-7A67C38769B3}"/>
              </a:ext>
            </a:extLst>
          </p:cNvPr>
          <p:cNvSpPr/>
          <p:nvPr userDrawn="1"/>
        </p:nvSpPr>
        <p:spPr>
          <a:xfrm>
            <a:off x="2451099"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rtl="0"/>
            <a:endParaRPr lang="zh-TW" altLang="en-US" sz="1400" noProof="0">
              <a:latin typeface="Microsoft JhengHei UI" panose="020B0604030504040204" pitchFamily="34" charset="-120"/>
              <a:ea typeface="Microsoft JhengHei UI" panose="020B0604030504040204" pitchFamily="34" charset="-120"/>
            </a:endParaRPr>
          </a:p>
        </p:txBody>
      </p:sp>
      <p:sp>
        <p:nvSpPr>
          <p:cNvPr id="2" name="標題 1"/>
          <p:cNvSpPr>
            <a:spLocks noGrp="1"/>
          </p:cNvSpPr>
          <p:nvPr>
            <p:ph type="title"/>
          </p:nvPr>
        </p:nvSpPr>
        <p:spPr>
          <a:xfrm>
            <a:off x="2641599" y="3746500"/>
            <a:ext cx="8331202" cy="1308100"/>
          </a:xfrm>
        </p:spPr>
        <p:txBody>
          <a:bodyPr rtlCol="0" anchor="b" anchorCtr="0">
            <a:noAutofit/>
          </a:bodyPr>
          <a:lstStyle>
            <a:lvl1pPr>
              <a:lnSpc>
                <a:spcPct val="90000"/>
              </a:lnSpc>
              <a:defRPr sz="4800" b="1">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文字預留位置 2"/>
          <p:cNvSpPr>
            <a:spLocks noGrp="1"/>
          </p:cNvSpPr>
          <p:nvPr>
            <p:ph type="body" idx="1"/>
          </p:nvPr>
        </p:nvSpPr>
        <p:spPr>
          <a:xfrm>
            <a:off x="2641600" y="5219700"/>
            <a:ext cx="8331201" cy="586740"/>
          </a:xfrm>
        </p:spPr>
        <p:txBody>
          <a:bodyPr lIns="91440" rIns="91440" rtlCol="0" anchor="t" anchorCtr="0">
            <a:normAutofit/>
          </a:bodyPr>
          <a:lstStyle>
            <a:lvl1pPr marL="0" indent="0">
              <a:buNone/>
              <a:defRPr sz="2400" cap="all" spc="200" baseline="0">
                <a:solidFill>
                  <a:schemeClr val="bg1"/>
                </a:solidFill>
                <a:latin typeface="Microsoft JhengHei UI" panose="020B0604030504040204" pitchFamily="34" charset="-120"/>
                <a:ea typeface="Microsoft JhengHei UI" panose="020B0604030504040204" pitchFamily="34" charset="-12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TW" altLang="en-US" noProof="0"/>
              <a:t>按一下以編輯母片文字樣式</a:t>
            </a:r>
          </a:p>
        </p:txBody>
      </p:sp>
      <p:sp>
        <p:nvSpPr>
          <p:cNvPr id="14" name="矩形 13">
            <a:extLst>
              <a:ext uri="{FF2B5EF4-FFF2-40B4-BE49-F238E27FC236}">
                <a16:creationId xmlns:a16="http://schemas.microsoft.com/office/drawing/2014/main" id="{45757C57-BBBA-44C6-9A4D-12F5D1E400AA}"/>
              </a:ext>
            </a:extLst>
          </p:cNvPr>
          <p:cNvSpPr/>
          <p:nvPr userDrawn="1"/>
        </p:nvSpPr>
        <p:spPr>
          <a:xfrm>
            <a:off x="37528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2596984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章節標頭">
    <p:bg>
      <p:bgPr>
        <a:solidFill>
          <a:schemeClr val="bg1"/>
        </a:solidFill>
        <a:effectLst/>
      </p:bgPr>
    </p:bg>
    <p:spTree>
      <p:nvGrpSpPr>
        <p:cNvPr id="1" name=""/>
        <p:cNvGrpSpPr/>
        <p:nvPr/>
      </p:nvGrpSpPr>
      <p:grpSpPr>
        <a:xfrm>
          <a:off x="0" y="0"/>
          <a:ext cx="0" cy="0"/>
          <a:chOff x="0" y="0"/>
          <a:chExt cx="0" cy="0"/>
        </a:xfrm>
      </p:grpSpPr>
      <p:sp>
        <p:nvSpPr>
          <p:cNvPr id="7" name="日期版面配置區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D47A6BD0-542B-43A1-8979-A0258D28C1F0}" type="datetime1">
              <a:rPr lang="zh-TW" altLang="en-US" noProof="0" smtClean="0"/>
              <a:t>2026/6/27</a:t>
            </a:fld>
            <a:endParaRPr lang="zh-TW" altLang="en-US" noProof="0"/>
          </a:p>
        </p:txBody>
      </p:sp>
      <p:sp>
        <p:nvSpPr>
          <p:cNvPr id="8" name="頁尾版面配置區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1" name="投影片編號版面配置區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12" name="圖片版面配置區 9">
            <a:extLst>
              <a:ext uri="{FF2B5EF4-FFF2-40B4-BE49-F238E27FC236}">
                <a16:creationId xmlns:a16="http://schemas.microsoft.com/office/drawing/2014/main" id="{E76B772A-7600-4ECE-B5A2-34827D4C7103}"/>
              </a:ext>
            </a:extLst>
          </p:cNvPr>
          <p:cNvSpPr>
            <a:spLocks noGrp="1"/>
          </p:cNvSpPr>
          <p:nvPr>
            <p:ph type="pic" sz="quarter" idx="13"/>
          </p:nvPr>
        </p:nvSpPr>
        <p:spPr>
          <a:xfrm>
            <a:off x="0" y="0"/>
            <a:ext cx="12192000" cy="6858000"/>
          </a:xfrm>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13" name="矩形 12">
            <a:extLst>
              <a:ext uri="{FF2B5EF4-FFF2-40B4-BE49-F238E27FC236}">
                <a16:creationId xmlns:a16="http://schemas.microsoft.com/office/drawing/2014/main" id="{33820398-8D1F-4543-ABA0-7A67C38769B3}"/>
              </a:ext>
            </a:extLst>
          </p:cNvPr>
          <p:cNvSpPr/>
          <p:nvPr userDrawn="1"/>
        </p:nvSpPr>
        <p:spPr>
          <a:xfrm>
            <a:off x="1735138"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rtl="0"/>
            <a:endParaRPr lang="zh-TW" altLang="en-US" sz="1400" noProof="0">
              <a:latin typeface="Microsoft JhengHei UI" panose="020B0604030504040204" pitchFamily="34" charset="-120"/>
              <a:ea typeface="Microsoft JhengHei UI" panose="020B0604030504040204" pitchFamily="34" charset="-120"/>
            </a:endParaRPr>
          </a:p>
        </p:txBody>
      </p:sp>
      <p:sp>
        <p:nvSpPr>
          <p:cNvPr id="2" name="標題 1"/>
          <p:cNvSpPr>
            <a:spLocks noGrp="1"/>
          </p:cNvSpPr>
          <p:nvPr>
            <p:ph type="title"/>
          </p:nvPr>
        </p:nvSpPr>
        <p:spPr>
          <a:xfrm>
            <a:off x="1930399" y="3746500"/>
            <a:ext cx="8331202" cy="1308100"/>
          </a:xfrm>
        </p:spPr>
        <p:txBody>
          <a:bodyPr rtlCol="0" anchor="b" anchorCtr="0">
            <a:noAutofit/>
          </a:bodyPr>
          <a:lstStyle>
            <a:lvl1pPr algn="ctr">
              <a:lnSpc>
                <a:spcPct val="90000"/>
              </a:lnSpc>
              <a:defRPr sz="4800" b="1">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文字預留位置 2"/>
          <p:cNvSpPr>
            <a:spLocks noGrp="1"/>
          </p:cNvSpPr>
          <p:nvPr>
            <p:ph type="body" idx="1"/>
          </p:nvPr>
        </p:nvSpPr>
        <p:spPr>
          <a:xfrm>
            <a:off x="1930400" y="5219700"/>
            <a:ext cx="8331201" cy="586740"/>
          </a:xfrm>
        </p:spPr>
        <p:txBody>
          <a:bodyPr lIns="91440" rIns="91440" rtlCol="0" anchor="t" anchorCtr="0">
            <a:normAutofit/>
          </a:bodyPr>
          <a:lstStyle>
            <a:lvl1pPr marL="0" indent="0" algn="ctr">
              <a:buNone/>
              <a:defRPr sz="2400" cap="all" spc="200" baseline="0">
                <a:solidFill>
                  <a:schemeClr val="bg1"/>
                </a:solidFill>
                <a:latin typeface="Microsoft JhengHei UI" panose="020B0604030504040204" pitchFamily="34" charset="-120"/>
                <a:ea typeface="Microsoft JhengHei UI" panose="020B0604030504040204" pitchFamily="34" charset="-12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TW" altLang="en-US" noProof="0"/>
              <a:t>按一下以編輯母片文字樣式</a:t>
            </a:r>
          </a:p>
        </p:txBody>
      </p:sp>
      <p:sp>
        <p:nvSpPr>
          <p:cNvPr id="14" name="矩形 13">
            <a:extLst>
              <a:ext uri="{FF2B5EF4-FFF2-40B4-BE49-F238E27FC236}">
                <a16:creationId xmlns:a16="http://schemas.microsoft.com/office/drawing/2014/main" id="{45757C57-BBBA-44C6-9A4D-12F5D1E400AA}"/>
              </a:ext>
            </a:extLst>
          </p:cNvPr>
          <p:cNvSpPr/>
          <p:nvPr userDrawn="1"/>
        </p:nvSpPr>
        <p:spPr>
          <a:xfrm>
            <a:off x="35369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3766489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標題 7"/>
          <p:cNvSpPr>
            <a:spLocks noGrp="1"/>
          </p:cNvSpPr>
          <p:nvPr>
            <p:ph type="title"/>
          </p:nvPr>
        </p:nvSpPr>
        <p:spPr>
          <a:xfrm>
            <a:off x="1097280" y="286603"/>
            <a:ext cx="10058400" cy="1450757"/>
          </a:xfrm>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內容預留位置 2"/>
          <p:cNvSpPr>
            <a:spLocks noGrp="1"/>
          </p:cNvSpPr>
          <p:nvPr>
            <p:ph sz="half" idx="1"/>
          </p:nvPr>
        </p:nvSpPr>
        <p:spPr>
          <a:xfrm>
            <a:off x="1097280" y="2120900"/>
            <a:ext cx="4639736" cy="3748193"/>
          </a:xfrm>
        </p:spPr>
        <p:txBody>
          <a:bodyPr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4" name="內容預留位置 3"/>
          <p:cNvSpPr>
            <a:spLocks noGrp="1"/>
          </p:cNvSpPr>
          <p:nvPr>
            <p:ph sz="half" idx="2"/>
          </p:nvPr>
        </p:nvSpPr>
        <p:spPr>
          <a:xfrm>
            <a:off x="6515944" y="2120900"/>
            <a:ext cx="4639736" cy="3748194"/>
          </a:xfrm>
        </p:spPr>
        <p:txBody>
          <a:bodyPr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2" name="日期版面配置區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03CA3CDA-4C55-4985-8075-89CE51661513}" type="datetime1">
              <a:rPr lang="zh-TW" altLang="en-US" noProof="0" smtClean="0"/>
              <a:t>2026/6/27</a:t>
            </a:fld>
            <a:endParaRPr lang="zh-TW" altLang="en-US" noProof="0"/>
          </a:p>
        </p:txBody>
      </p:sp>
      <p:sp>
        <p:nvSpPr>
          <p:cNvPr id="9" name="頁尾版面配置區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0" name="投影片編號版面配置區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Tree>
    <p:extLst>
      <p:ext uri="{BB962C8B-B14F-4D97-AF65-F5344CB8AC3E}">
        <p14:creationId xmlns:p14="http://schemas.microsoft.com/office/powerpoint/2010/main" val="3387972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標題 9"/>
          <p:cNvSpPr>
            <a:spLocks noGrp="1"/>
          </p:cNvSpPr>
          <p:nvPr>
            <p:ph type="title"/>
          </p:nvPr>
        </p:nvSpPr>
        <p:spPr>
          <a:xfrm>
            <a:off x="1097280" y="286603"/>
            <a:ext cx="10058400" cy="1450757"/>
          </a:xfrm>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文字預留位置 2"/>
          <p:cNvSpPr>
            <a:spLocks noGrp="1"/>
          </p:cNvSpPr>
          <p:nvPr>
            <p:ph type="body" idx="1"/>
          </p:nvPr>
        </p:nvSpPr>
        <p:spPr>
          <a:xfrm>
            <a:off x="1097280" y="2057400"/>
            <a:ext cx="4639736" cy="736282"/>
          </a:xfrm>
        </p:spPr>
        <p:txBody>
          <a:bodyPr lIns="91440" rIns="91440" rtlCol="0" anchor="ctr">
            <a:noAutofit/>
          </a:bodyPr>
          <a:lstStyle>
            <a:lvl1pPr marL="0" indent="0" algn="l">
              <a:buNone/>
              <a:defRPr sz="2400" b="1" cap="all" baseline="0">
                <a:solidFill>
                  <a:schemeClr val="accent1"/>
                </a:solidFill>
                <a:latin typeface="Microsoft JhengHei UI" panose="020B0604030504040204" pitchFamily="34" charset="-120"/>
                <a:ea typeface="Microsoft JhengHei UI" panose="020B0604030504040204" pitchFamily="34" charset="-12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TW" altLang="en-US" noProof="0"/>
              <a:t>按一下以編輯母片文字樣式</a:t>
            </a:r>
          </a:p>
        </p:txBody>
      </p:sp>
      <p:sp>
        <p:nvSpPr>
          <p:cNvPr id="4" name="內容預留位置 3"/>
          <p:cNvSpPr>
            <a:spLocks noGrp="1"/>
          </p:cNvSpPr>
          <p:nvPr>
            <p:ph sz="half" idx="2"/>
          </p:nvPr>
        </p:nvSpPr>
        <p:spPr>
          <a:xfrm>
            <a:off x="1186731" y="2958274"/>
            <a:ext cx="4639736" cy="2910821"/>
          </a:xfrm>
        </p:spPr>
        <p:txBody>
          <a:bodyPr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5" name="文字預留位置 4"/>
          <p:cNvSpPr>
            <a:spLocks noGrp="1"/>
          </p:cNvSpPr>
          <p:nvPr>
            <p:ph type="body" sz="quarter" idx="3"/>
          </p:nvPr>
        </p:nvSpPr>
        <p:spPr>
          <a:xfrm>
            <a:off x="6515944" y="2057400"/>
            <a:ext cx="4639736" cy="736282"/>
          </a:xfrm>
        </p:spPr>
        <p:txBody>
          <a:bodyPr lIns="91440" rIns="91440" rtlCol="0" anchor="ctr">
            <a:noAutofit/>
          </a:bodyPr>
          <a:lstStyle>
            <a:lvl1pPr marL="0" indent="0">
              <a:buNone/>
              <a:defRPr sz="2400" b="1" cap="all" baseline="0">
                <a:solidFill>
                  <a:schemeClr val="accent1"/>
                </a:solidFill>
                <a:latin typeface="Microsoft JhengHei UI" panose="020B0604030504040204" pitchFamily="34" charset="-120"/>
                <a:ea typeface="Microsoft JhengHei UI" panose="020B0604030504040204" pitchFamily="34" charset="-12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TW" altLang="en-US" noProof="0"/>
              <a:t>按一下以編輯母片文字樣式</a:t>
            </a:r>
          </a:p>
        </p:txBody>
      </p:sp>
      <p:sp>
        <p:nvSpPr>
          <p:cNvPr id="6" name="內容版面配置區 5"/>
          <p:cNvSpPr>
            <a:spLocks noGrp="1"/>
          </p:cNvSpPr>
          <p:nvPr>
            <p:ph sz="quarter" idx="4"/>
          </p:nvPr>
        </p:nvSpPr>
        <p:spPr>
          <a:xfrm>
            <a:off x="6605395" y="2958273"/>
            <a:ext cx="4639736" cy="2910821"/>
          </a:xfrm>
        </p:spPr>
        <p:txBody>
          <a:bodyPr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2" name="日期版面配置區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FF76AF5F-6280-4827-A3B0-432EA789C137}" type="datetime1">
              <a:rPr lang="zh-TW" altLang="en-US" noProof="0" smtClean="0"/>
              <a:t>2026/6/27</a:t>
            </a:fld>
            <a:endParaRPr lang="zh-TW" altLang="en-US" noProof="0"/>
          </a:p>
        </p:txBody>
      </p:sp>
      <p:sp>
        <p:nvSpPr>
          <p:cNvPr id="11" name="頁尾版面配置區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2" name="投影片編號版面配置區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Tree>
    <p:extLst>
      <p:ext uri="{BB962C8B-B14F-4D97-AF65-F5344CB8AC3E}">
        <p14:creationId xmlns:p14="http://schemas.microsoft.com/office/powerpoint/2010/main" val="219594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6" name="日期版面配置區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D63A841E-A44E-4065-8B1D-453B823412BB}" type="datetime1">
              <a:rPr lang="zh-TW" altLang="en-US" noProof="0" smtClean="0"/>
              <a:t>2026/6/27</a:t>
            </a:fld>
            <a:endParaRPr lang="zh-TW" altLang="en-US" noProof="0"/>
          </a:p>
        </p:txBody>
      </p:sp>
      <p:sp>
        <p:nvSpPr>
          <p:cNvPr id="7" name="頁尾版面配置區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8" name="投影片編號版面配置區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Tree>
    <p:extLst>
      <p:ext uri="{BB962C8B-B14F-4D97-AF65-F5344CB8AC3E}">
        <p14:creationId xmlns:p14="http://schemas.microsoft.com/office/powerpoint/2010/main" val="1180013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6" name="Parallélogramme 14">
            <a:extLst>
              <a:ext uri="{FF2B5EF4-FFF2-40B4-BE49-F238E27FC236}">
                <a16:creationId xmlns:a16="http://schemas.microsoft.com/office/drawing/2014/main" id="{AF082EE3-41AA-4817-A1CC-C33DDB8F675F}"/>
              </a:ext>
            </a:extLst>
          </p:cNvPr>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日期版面配置區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EA53D98D-63A8-4E77-947B-58391B1373AA}" type="datetime1">
              <a:rPr lang="zh-TW" altLang="en-US" noProof="0" smtClean="0"/>
              <a:t>2026/6/27</a:t>
            </a:fld>
            <a:endParaRPr lang="zh-TW" altLang="en-US" noProof="0"/>
          </a:p>
        </p:txBody>
      </p:sp>
      <p:sp>
        <p:nvSpPr>
          <p:cNvPr id="3" name="頁尾版面配置區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4" name="投影片編號版面配置區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Tree>
    <p:extLst>
      <p:ext uri="{BB962C8B-B14F-4D97-AF65-F5344CB8AC3E}">
        <p14:creationId xmlns:p14="http://schemas.microsoft.com/office/powerpoint/2010/main" val="3010507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8" name="矩形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 1"/>
          <p:cNvSpPr>
            <a:spLocks noGrp="1"/>
          </p:cNvSpPr>
          <p:nvPr>
            <p:ph type="title"/>
          </p:nvPr>
        </p:nvSpPr>
        <p:spPr>
          <a:xfrm>
            <a:off x="1092200" y="786383"/>
            <a:ext cx="3068833" cy="2093975"/>
          </a:xfrm>
        </p:spPr>
        <p:txBody>
          <a:bodyPr rtlCol="0" anchor="b">
            <a:normAutofit/>
          </a:bodyPr>
          <a:lstStyle>
            <a:lvl1pPr>
              <a:lnSpc>
                <a:spcPct val="90000"/>
              </a:lnSpc>
              <a:defRPr sz="3600" b="0">
                <a:solidFill>
                  <a:srgbClr val="FFFFFF"/>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內容預留位置 2"/>
          <p:cNvSpPr>
            <a:spLocks noGrp="1"/>
          </p:cNvSpPr>
          <p:nvPr>
            <p:ph idx="1"/>
          </p:nvPr>
        </p:nvSpPr>
        <p:spPr>
          <a:xfrm>
            <a:off x="5458984" y="812800"/>
            <a:ext cx="5713841" cy="4868609"/>
          </a:xfrm>
        </p:spPr>
        <p:txBody>
          <a:bodyPr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4" name="文字版面配置區 3"/>
          <p:cNvSpPr>
            <a:spLocks noGrp="1"/>
          </p:cNvSpPr>
          <p:nvPr>
            <p:ph type="body" sz="half" idx="2"/>
          </p:nvPr>
        </p:nvSpPr>
        <p:spPr>
          <a:xfrm>
            <a:off x="1092200" y="3043050"/>
            <a:ext cx="3068832" cy="2638359"/>
          </a:xfrm>
        </p:spPr>
        <p:txBody>
          <a:bodyPr lIns="91440" rIns="91440" rtlCol="0">
            <a:normAutofit/>
          </a:bodyPr>
          <a:lstStyle>
            <a:lvl1pPr marL="0" indent="0">
              <a:buNone/>
              <a:defRPr sz="1800">
                <a:solidFill>
                  <a:srgbClr val="FFFFFF"/>
                </a:solidFill>
                <a:latin typeface="Microsoft JhengHei UI" panose="020B0604030504040204" pitchFamily="34" charset="-120"/>
                <a:ea typeface="Microsoft JhengHei UI"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TW" altLang="en-US" noProof="0"/>
              <a:t>按一下以編輯母片文字樣式</a:t>
            </a:r>
          </a:p>
        </p:txBody>
      </p:sp>
      <p:sp>
        <p:nvSpPr>
          <p:cNvPr id="9" name="矩形 8">
            <a:extLst>
              <a:ext uri="{FF2B5EF4-FFF2-40B4-BE49-F238E27FC236}">
                <a16:creationId xmlns:a16="http://schemas.microsoft.com/office/drawing/2014/main" id="{4DC51BA7-A5A7-4A7F-A707-DBBDEA7705F3}"/>
              </a:ext>
            </a:extLst>
          </p:cNvPr>
          <p:cNvSpPr/>
          <p:nvPr userDrawn="1"/>
        </p:nvSpPr>
        <p:spPr>
          <a:xfrm>
            <a:off x="0" y="139700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11" name="矩形 10">
            <a:extLst>
              <a:ext uri="{FF2B5EF4-FFF2-40B4-BE49-F238E27FC236}">
                <a16:creationId xmlns:a16="http://schemas.microsoft.com/office/drawing/2014/main" id="{D23174BA-29D0-4C1A-95C9-5A86FD25E47A}"/>
              </a:ext>
            </a:extLst>
          </p:cNvPr>
          <p:cNvSpPr/>
          <p:nvPr userDrawn="1"/>
        </p:nvSpPr>
        <p:spPr>
          <a:xfrm>
            <a:off x="5458983" y="624142"/>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12" name="日期版面配置區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F135A172-1B63-4B34-B1D4-92162DA2E289}" type="datetime1">
              <a:rPr lang="zh-TW" altLang="en-US" noProof="0" smtClean="0"/>
              <a:t>2026/6/27</a:t>
            </a:fld>
            <a:endParaRPr lang="zh-TW" altLang="en-US" noProof="0"/>
          </a:p>
        </p:txBody>
      </p:sp>
      <p:sp>
        <p:nvSpPr>
          <p:cNvPr id="13" name="頁尾版面配置區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4" name="投影片編號版面配置區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cxnSp>
        <p:nvCxnSpPr>
          <p:cNvPr id="15" name="Connecteur droit 19">
            <a:extLst>
              <a:ext uri="{FF2B5EF4-FFF2-40B4-BE49-F238E27FC236}">
                <a16:creationId xmlns:a16="http://schemas.microsoft.com/office/drawing/2014/main" id="{D84C14C5-D99C-45CD-8001-AC745F4FB49B}"/>
              </a:ext>
            </a:extLst>
          </p:cNvPr>
          <p:cNvCxnSpPr>
            <a:cxnSpLocks/>
          </p:cNvCxnSpPr>
          <p:nvPr userDrawn="1"/>
        </p:nvCxnSpPr>
        <p:spPr>
          <a:xfrm flipH="1">
            <a:off x="1092200" y="6446838"/>
            <a:ext cx="16434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Connecteur droit 19">
            <a:extLst>
              <a:ext uri="{FF2B5EF4-FFF2-40B4-BE49-F238E27FC236}">
                <a16:creationId xmlns:a16="http://schemas.microsoft.com/office/drawing/2014/main" id="{019842DD-D0AB-4E35-9AB2-7DBB6E266120}"/>
              </a:ext>
            </a:extLst>
          </p:cNvPr>
          <p:cNvCxnSpPr>
            <a:cxnSpLocks/>
          </p:cNvCxnSpPr>
          <p:nvPr userDrawn="1"/>
        </p:nvCxnSpPr>
        <p:spPr>
          <a:xfrm flipH="1">
            <a:off x="8420100" y="6429376"/>
            <a:ext cx="1000462"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Connecteur droit 19">
            <a:extLst>
              <a:ext uri="{FF2B5EF4-FFF2-40B4-BE49-F238E27FC236}">
                <a16:creationId xmlns:a16="http://schemas.microsoft.com/office/drawing/2014/main" id="{832851A7-B301-4616-9843-9A0D06646DFD}"/>
              </a:ext>
            </a:extLst>
          </p:cNvPr>
          <p:cNvCxnSpPr>
            <a:cxnSpLocks/>
          </p:cNvCxnSpPr>
          <p:nvPr userDrawn="1"/>
        </p:nvCxnSpPr>
        <p:spPr>
          <a:xfrm flipH="1" flipV="1">
            <a:off x="10765675" y="6446838"/>
            <a:ext cx="407258" cy="635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9208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_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內容預留位置 2"/>
          <p:cNvSpPr>
            <a:spLocks noGrp="1"/>
          </p:cNvSpPr>
          <p:nvPr>
            <p:ph idx="1"/>
          </p:nvPr>
        </p:nvSpPr>
        <p:spPr/>
        <p:txBody>
          <a:bodyPr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7" name="日期版面配置區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F03C35F4-2163-4268-AAA8-DEE72B297107}" type="datetime1">
              <a:rPr lang="zh-TW" altLang="en-US" noProof="0" smtClean="0"/>
              <a:t>2026/6/27</a:t>
            </a:fld>
            <a:endParaRPr lang="zh-TW" altLang="en-US" noProof="0"/>
          </a:p>
        </p:txBody>
      </p:sp>
      <p:sp>
        <p:nvSpPr>
          <p:cNvPr id="8" name="頁尾版面配置區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9" name="投影片編號版面配置區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Tree>
    <p:extLst>
      <p:ext uri="{BB962C8B-B14F-4D97-AF65-F5344CB8AC3E}">
        <p14:creationId xmlns:p14="http://schemas.microsoft.com/office/powerpoint/2010/main" val="1265082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含標題的內容">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8" name="矩形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內容版面配置區 2"/>
          <p:cNvSpPr>
            <a:spLocks noGrp="1"/>
          </p:cNvSpPr>
          <p:nvPr>
            <p:ph idx="1"/>
          </p:nvPr>
        </p:nvSpPr>
        <p:spPr>
          <a:xfrm>
            <a:off x="5458984" y="497808"/>
            <a:ext cx="5713841" cy="4868609"/>
          </a:xfrm>
        </p:spPr>
        <p:txBody>
          <a:bodyPr rtlCol="0" anchor="ctr"/>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9" name="矩形 8">
            <a:extLst>
              <a:ext uri="{FF2B5EF4-FFF2-40B4-BE49-F238E27FC236}">
                <a16:creationId xmlns:a16="http://schemas.microsoft.com/office/drawing/2014/main" id="{4DC51BA7-A5A7-4A7F-A707-DBBDEA7705F3}"/>
              </a:ext>
            </a:extLst>
          </p:cNvPr>
          <p:cNvSpPr/>
          <p:nvPr userDrawn="1"/>
        </p:nvSpPr>
        <p:spPr>
          <a:xfrm>
            <a:off x="0" y="2003424"/>
            <a:ext cx="1036320" cy="18573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11" name="矩形 10">
            <a:extLst>
              <a:ext uri="{FF2B5EF4-FFF2-40B4-BE49-F238E27FC236}">
                <a16:creationId xmlns:a16="http://schemas.microsoft.com/office/drawing/2014/main" id="{D23174BA-29D0-4C1A-95C9-5A86FD25E47A}"/>
              </a:ext>
            </a:extLst>
          </p:cNvPr>
          <p:cNvSpPr/>
          <p:nvPr userDrawn="1"/>
        </p:nvSpPr>
        <p:spPr>
          <a:xfrm>
            <a:off x="5458983" y="377398"/>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12" name="日期版面配置區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F2CDD8E2-EF0A-4CB8-AFA9-FDE8A2B1176F}" type="datetime1">
              <a:rPr lang="zh-TW" altLang="en-US" noProof="0" smtClean="0"/>
              <a:t>2026/6/27</a:t>
            </a:fld>
            <a:endParaRPr lang="zh-TW" altLang="en-US" noProof="0"/>
          </a:p>
        </p:txBody>
      </p:sp>
      <p:sp>
        <p:nvSpPr>
          <p:cNvPr id="13" name="頁尾版面配置區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4" name="投影片編號版面配置區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5" name="矩形 4">
            <a:extLst>
              <a:ext uri="{FF2B5EF4-FFF2-40B4-BE49-F238E27FC236}">
                <a16:creationId xmlns:a16="http://schemas.microsoft.com/office/drawing/2014/main" id="{6BC7DA98-7B92-4F45-80F8-1AEF72A601CF}"/>
              </a:ext>
            </a:extLst>
          </p:cNvPr>
          <p:cNvSpPr/>
          <p:nvPr userDrawn="1"/>
        </p:nvSpPr>
        <p:spPr>
          <a:xfrm>
            <a:off x="1078230" y="2003423"/>
            <a:ext cx="3576082" cy="185737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 1"/>
          <p:cNvSpPr>
            <a:spLocks noGrp="1"/>
          </p:cNvSpPr>
          <p:nvPr>
            <p:ph type="title"/>
          </p:nvPr>
        </p:nvSpPr>
        <p:spPr>
          <a:xfrm>
            <a:off x="1092200" y="1885125"/>
            <a:ext cx="3314700" cy="2093975"/>
          </a:xfrm>
        </p:spPr>
        <p:txBody>
          <a:bodyPr rtlCol="0" anchor="ctr">
            <a:normAutofit/>
          </a:bodyPr>
          <a:lstStyle>
            <a:lvl1pPr>
              <a:lnSpc>
                <a:spcPct val="90000"/>
              </a:lnSpc>
              <a:defRPr sz="4400" b="1">
                <a:solidFill>
                  <a:srgbClr val="FFFFFF"/>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18" name="矩形 17">
            <a:extLst>
              <a:ext uri="{FF2B5EF4-FFF2-40B4-BE49-F238E27FC236}">
                <a16:creationId xmlns:a16="http://schemas.microsoft.com/office/drawing/2014/main" id="{DF96815B-4256-4CE0-9FCF-3A2967CF5792}"/>
              </a:ext>
            </a:extLst>
          </p:cNvPr>
          <p:cNvSpPr/>
          <p:nvPr userDrawn="1"/>
        </p:nvSpPr>
        <p:spPr>
          <a:xfrm>
            <a:off x="1092200" y="993775"/>
            <a:ext cx="1036320" cy="936626"/>
          </a:xfrm>
          <a:prstGeom prst="rect">
            <a:avLst/>
          </a:prstGeom>
          <a:solidFill>
            <a:schemeClr val="tx2">
              <a:lumMod val="20000"/>
              <a:lumOff val="8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11812829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含標題的內容">
    <p:spTree>
      <p:nvGrpSpPr>
        <p:cNvPr id="1" name=""/>
        <p:cNvGrpSpPr/>
        <p:nvPr/>
      </p:nvGrpSpPr>
      <p:grpSpPr>
        <a:xfrm>
          <a:off x="0" y="0"/>
          <a:ext cx="0" cy="0"/>
          <a:chOff x="0" y="0"/>
          <a:chExt cx="0" cy="0"/>
        </a:xfrm>
      </p:grpSpPr>
      <p:sp>
        <p:nvSpPr>
          <p:cNvPr id="18" name="圖片版面配置區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4654296" cy="5864225"/>
          </a:xfrm>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3" name="內容版面配置區 2"/>
          <p:cNvSpPr>
            <a:spLocks noGrp="1"/>
          </p:cNvSpPr>
          <p:nvPr>
            <p:ph idx="1"/>
          </p:nvPr>
        </p:nvSpPr>
        <p:spPr>
          <a:xfrm>
            <a:off x="5458984" y="497808"/>
            <a:ext cx="5713841" cy="4868609"/>
          </a:xfrm>
        </p:spPr>
        <p:txBody>
          <a:bodyPr rtlCol="0" anchor="ctr"/>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12" name="日期版面配置區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D8C4F0C0-B865-46A9-A06D-536CBD0D15A9}" type="datetime1">
              <a:rPr lang="zh-TW" altLang="en-US" noProof="0" smtClean="0"/>
              <a:t>2026/6/27</a:t>
            </a:fld>
            <a:endParaRPr lang="zh-TW" altLang="en-US" noProof="0"/>
          </a:p>
        </p:txBody>
      </p:sp>
      <p:sp>
        <p:nvSpPr>
          <p:cNvPr id="13" name="頁尾版面配置區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4" name="投影片編號版面配置區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2" name="標題 1"/>
          <p:cNvSpPr>
            <a:spLocks noGrp="1"/>
          </p:cNvSpPr>
          <p:nvPr>
            <p:ph type="title"/>
          </p:nvPr>
        </p:nvSpPr>
        <p:spPr>
          <a:xfrm>
            <a:off x="1092200" y="1885125"/>
            <a:ext cx="3068833" cy="2093975"/>
          </a:xfrm>
        </p:spPr>
        <p:txBody>
          <a:bodyPr rtlCol="0" anchor="ctr">
            <a:normAutofit/>
          </a:bodyPr>
          <a:lstStyle>
            <a:lvl1pPr>
              <a:lnSpc>
                <a:spcPct val="90000"/>
              </a:lnSpc>
              <a:defRPr sz="4400" b="1" i="0">
                <a:solidFill>
                  <a:srgbClr val="FFFFFF"/>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Tree>
    <p:extLst>
      <p:ext uri="{BB962C8B-B14F-4D97-AF65-F5344CB8AC3E}">
        <p14:creationId xmlns:p14="http://schemas.microsoft.com/office/powerpoint/2010/main" val="3954305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6_含標題的內容">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 1"/>
          <p:cNvSpPr>
            <a:spLocks noGrp="1"/>
          </p:cNvSpPr>
          <p:nvPr>
            <p:ph type="title"/>
          </p:nvPr>
        </p:nvSpPr>
        <p:spPr>
          <a:xfrm>
            <a:off x="4984722" y="548355"/>
            <a:ext cx="6054846" cy="634336"/>
          </a:xfrm>
        </p:spPr>
        <p:txBody>
          <a:bodyPr rtlCol="0" anchor="ctr">
            <a:noAutofit/>
          </a:bodyPr>
          <a:lstStyle>
            <a:lvl1pPr>
              <a:lnSpc>
                <a:spcPct val="90000"/>
              </a:lnSpc>
              <a:defRPr sz="3600" b="1" i="0">
                <a:solidFill>
                  <a:srgbClr val="FFFFFF"/>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內容預留位置 2"/>
          <p:cNvSpPr>
            <a:spLocks noGrp="1"/>
          </p:cNvSpPr>
          <p:nvPr>
            <p:ph idx="1"/>
          </p:nvPr>
        </p:nvSpPr>
        <p:spPr>
          <a:xfrm>
            <a:off x="5100833" y="1611313"/>
            <a:ext cx="6072099" cy="3755104"/>
          </a:xfrm>
        </p:spPr>
        <p:txBody>
          <a:bodyPr rtlCol="0" anchor="t">
            <a:normAutofit/>
          </a:bodyPr>
          <a:lstStyle>
            <a:lvl1pPr>
              <a:defRPr sz="2400">
                <a:latin typeface="Microsoft JhengHei UI" panose="020B0604030504040204" pitchFamily="34" charset="-120"/>
                <a:ea typeface="Microsoft JhengHei UI" panose="020B0604030504040204" pitchFamily="34" charset="-120"/>
              </a:defRPr>
            </a:lvl1pPr>
            <a:lvl2pPr>
              <a:defRPr sz="2000">
                <a:latin typeface="Microsoft JhengHei UI" panose="020B0604030504040204" pitchFamily="34" charset="-120"/>
                <a:ea typeface="Microsoft JhengHei UI" panose="020B0604030504040204" pitchFamily="34" charset="-120"/>
              </a:defRPr>
            </a:lvl2pPr>
            <a:lvl3pPr>
              <a:defRPr sz="1600">
                <a:latin typeface="Microsoft JhengHei UI" panose="020B0604030504040204" pitchFamily="34" charset="-120"/>
                <a:ea typeface="Microsoft JhengHei UI" panose="020B0604030504040204" pitchFamily="34" charset="-120"/>
              </a:defRPr>
            </a:lvl3pPr>
            <a:lvl4pPr>
              <a:defRPr sz="1600">
                <a:latin typeface="Microsoft JhengHei UI" panose="020B0604030504040204" pitchFamily="34" charset="-120"/>
                <a:ea typeface="Microsoft JhengHei UI" panose="020B0604030504040204" pitchFamily="34" charset="-120"/>
              </a:defRPr>
            </a:lvl4pPr>
            <a:lvl5pPr>
              <a:defRPr sz="1600">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12" name="日期版面配置區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7752B7-4881-4011-A928-198FCD13A6BB}" type="datetime1">
              <a:rPr lang="zh-TW" altLang="en-US" noProof="0" smtClean="0"/>
              <a:t>2026/6/27</a:t>
            </a:fld>
            <a:endParaRPr lang="zh-TW" altLang="en-US" noProof="0"/>
          </a:p>
        </p:txBody>
      </p:sp>
      <p:sp>
        <p:nvSpPr>
          <p:cNvPr id="13" name="頁尾版面配置區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4" name="投影片編號版面配置區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18" name="圖片版面配置區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4654296" cy="58642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Tree>
    <p:extLst>
      <p:ext uri="{BB962C8B-B14F-4D97-AF65-F5344CB8AC3E}">
        <p14:creationId xmlns:p14="http://schemas.microsoft.com/office/powerpoint/2010/main" val="1751046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含標題的內容">
    <p:spTree>
      <p:nvGrpSpPr>
        <p:cNvPr id="1" name=""/>
        <p:cNvGrpSpPr/>
        <p:nvPr/>
      </p:nvGrpSpPr>
      <p:grpSpPr>
        <a:xfrm>
          <a:off x="0" y="0"/>
          <a:ext cx="0" cy="0"/>
          <a:chOff x="0" y="0"/>
          <a:chExt cx="0" cy="0"/>
        </a:xfrm>
      </p:grpSpPr>
      <p:sp>
        <p:nvSpPr>
          <p:cNvPr id="18" name="圖片版面配置區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12192000" cy="3541486"/>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 1"/>
          <p:cNvSpPr>
            <a:spLocks noGrp="1"/>
          </p:cNvSpPr>
          <p:nvPr>
            <p:ph type="title"/>
          </p:nvPr>
        </p:nvSpPr>
        <p:spPr>
          <a:xfrm>
            <a:off x="3068577" y="880375"/>
            <a:ext cx="6054846" cy="634336"/>
          </a:xfrm>
        </p:spPr>
        <p:txBody>
          <a:bodyPr rtlCol="0" anchor="ctr">
            <a:noAutofit/>
          </a:bodyPr>
          <a:lstStyle>
            <a:lvl1pPr algn="ctr">
              <a:lnSpc>
                <a:spcPct val="90000"/>
              </a:lnSpc>
              <a:defRPr sz="3600" b="1" i="0">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12" name="日期版面配置區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461E82A6-D89F-4C53-94DB-B7EE3B5A5EB5}" type="datetime1">
              <a:rPr lang="zh-TW" altLang="en-US" noProof="0" smtClean="0"/>
              <a:t>2026/6/27</a:t>
            </a:fld>
            <a:endParaRPr lang="zh-TW" altLang="en-US" noProof="0"/>
          </a:p>
        </p:txBody>
      </p:sp>
      <p:sp>
        <p:nvSpPr>
          <p:cNvPr id="13" name="頁尾版面配置區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4" name="投影片編號版面配置區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19" name="矩形 18">
            <a:extLst>
              <a:ext uri="{FF2B5EF4-FFF2-40B4-BE49-F238E27FC236}">
                <a16:creationId xmlns:a16="http://schemas.microsoft.com/office/drawing/2014/main" id="{AF446475-024F-4C71-99D3-501468ACAD11}"/>
              </a:ext>
            </a:extLst>
          </p:cNvPr>
          <p:cNvSpPr/>
          <p:nvPr userDrawn="1"/>
        </p:nvSpPr>
        <p:spPr>
          <a:xfrm>
            <a:off x="5577840" y="0"/>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7676028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含標題的內容">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4" name="矩形 3">
            <a:extLst>
              <a:ext uri="{FF2B5EF4-FFF2-40B4-BE49-F238E27FC236}">
                <a16:creationId xmlns:a16="http://schemas.microsoft.com/office/drawing/2014/main" id="{648F6D61-9E88-4632-A0A8-CB2E0CC5DEAF}"/>
              </a:ext>
            </a:extLst>
          </p:cNvPr>
          <p:cNvSpPr/>
          <p:nvPr userDrawn="1"/>
        </p:nvSpPr>
        <p:spPr>
          <a:xfrm>
            <a:off x="4654312" y="507333"/>
            <a:ext cx="7537688" cy="4849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8" name="矩形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 1"/>
          <p:cNvSpPr>
            <a:spLocks noGrp="1"/>
          </p:cNvSpPr>
          <p:nvPr>
            <p:ph type="title"/>
          </p:nvPr>
        </p:nvSpPr>
        <p:spPr>
          <a:xfrm>
            <a:off x="1092200" y="1885125"/>
            <a:ext cx="3068833" cy="2093975"/>
          </a:xfrm>
        </p:spPr>
        <p:txBody>
          <a:bodyPr rtlCol="0" anchor="ctr">
            <a:normAutofit/>
          </a:bodyPr>
          <a:lstStyle>
            <a:lvl1pPr>
              <a:lnSpc>
                <a:spcPct val="90000"/>
              </a:lnSpc>
              <a:defRPr sz="4400" b="1" i="0">
                <a:solidFill>
                  <a:srgbClr val="FFFFFF"/>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內容版面配置區 2"/>
          <p:cNvSpPr>
            <a:spLocks noGrp="1"/>
          </p:cNvSpPr>
          <p:nvPr>
            <p:ph idx="1"/>
          </p:nvPr>
        </p:nvSpPr>
        <p:spPr>
          <a:xfrm>
            <a:off x="6473373" y="943430"/>
            <a:ext cx="4699452" cy="3977366"/>
          </a:xfrm>
        </p:spPr>
        <p:txBody>
          <a:bodyPr rtlCol="0" anchor="ctr">
            <a:normAutofit/>
          </a:bodyPr>
          <a:lstStyle>
            <a:lvl1pPr>
              <a:defRPr sz="2400">
                <a:latin typeface="Microsoft JhengHei UI" panose="020B0604030504040204" pitchFamily="34" charset="-120"/>
                <a:ea typeface="Microsoft JhengHei UI" panose="020B0604030504040204" pitchFamily="34" charset="-120"/>
              </a:defRPr>
            </a:lvl1pPr>
            <a:lvl2pPr>
              <a:defRPr sz="2000">
                <a:latin typeface="Microsoft JhengHei UI" panose="020B0604030504040204" pitchFamily="34" charset="-120"/>
                <a:ea typeface="Microsoft JhengHei UI" panose="020B0604030504040204" pitchFamily="34" charset="-120"/>
              </a:defRPr>
            </a:lvl2pPr>
            <a:lvl3pPr>
              <a:defRPr sz="1600">
                <a:latin typeface="Microsoft JhengHei UI" panose="020B0604030504040204" pitchFamily="34" charset="-120"/>
                <a:ea typeface="Microsoft JhengHei UI" panose="020B0604030504040204" pitchFamily="34" charset="-120"/>
              </a:defRPr>
            </a:lvl3pPr>
            <a:lvl4pPr>
              <a:defRPr sz="1600">
                <a:latin typeface="Microsoft JhengHei UI" panose="020B0604030504040204" pitchFamily="34" charset="-120"/>
                <a:ea typeface="Microsoft JhengHei UI" panose="020B0604030504040204" pitchFamily="34" charset="-120"/>
              </a:defRPr>
            </a:lvl4pPr>
            <a:lvl5pPr>
              <a:defRPr sz="1600">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12" name="日期版面配置區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1C83FD1F-72CE-42EF-BF96-ABA58CC1F824}" type="datetime1">
              <a:rPr lang="zh-TW" altLang="en-US" noProof="0" smtClean="0"/>
              <a:t>2026/6/27</a:t>
            </a:fld>
            <a:endParaRPr lang="zh-TW" altLang="en-US" noProof="0"/>
          </a:p>
        </p:txBody>
      </p:sp>
      <p:sp>
        <p:nvSpPr>
          <p:cNvPr id="13" name="頁尾版面配置區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4" name="投影片編號版面配置區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20" name="矩形 19">
            <a:extLst>
              <a:ext uri="{FF2B5EF4-FFF2-40B4-BE49-F238E27FC236}">
                <a16:creationId xmlns:a16="http://schemas.microsoft.com/office/drawing/2014/main" id="{EF73BF96-A07C-4AAA-A37F-65151BD22A70}"/>
              </a:ext>
            </a:extLst>
          </p:cNvPr>
          <p:cNvSpPr/>
          <p:nvPr userDrawn="1"/>
        </p:nvSpPr>
        <p:spPr>
          <a:xfrm>
            <a:off x="4370251" y="2322780"/>
            <a:ext cx="1348378" cy="12186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4012771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含標題的內容">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4" name="矩形 3">
            <a:extLst>
              <a:ext uri="{FF2B5EF4-FFF2-40B4-BE49-F238E27FC236}">
                <a16:creationId xmlns:a16="http://schemas.microsoft.com/office/drawing/2014/main" id="{648F6D61-9E88-4632-A0A8-CB2E0CC5DEAF}"/>
              </a:ext>
            </a:extLst>
          </p:cNvPr>
          <p:cNvSpPr/>
          <p:nvPr userDrawn="1"/>
        </p:nvSpPr>
        <p:spPr>
          <a:xfrm>
            <a:off x="4654312" y="507333"/>
            <a:ext cx="7537688" cy="48495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8" name="矩形 7">
            <a:extLst>
              <a:ext uri="{FF2B5EF4-FFF2-40B4-BE49-F238E27FC236}">
                <a16:creationId xmlns:a16="http://schemas.microsoft.com/office/drawing/2014/main" id="{16D90D66-BCB9-4229-A829-628874352AC0}"/>
              </a:ext>
            </a:extLst>
          </p:cNvPr>
          <p:cNvSpPr/>
          <p:nvPr userDrawn="1"/>
        </p:nvSpPr>
        <p:spPr>
          <a:xfrm>
            <a:off x="16" y="0"/>
            <a:ext cx="4654296" cy="5864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 1"/>
          <p:cNvSpPr>
            <a:spLocks noGrp="1"/>
          </p:cNvSpPr>
          <p:nvPr>
            <p:ph type="title"/>
          </p:nvPr>
        </p:nvSpPr>
        <p:spPr>
          <a:xfrm>
            <a:off x="1092200" y="1885125"/>
            <a:ext cx="3068833" cy="2093975"/>
          </a:xfrm>
        </p:spPr>
        <p:txBody>
          <a:bodyPr rtlCol="0" anchor="ctr">
            <a:normAutofit/>
          </a:bodyPr>
          <a:lstStyle>
            <a:lvl1pPr>
              <a:lnSpc>
                <a:spcPct val="90000"/>
              </a:lnSpc>
              <a:defRPr sz="4400" b="1" i="0">
                <a:solidFill>
                  <a:srgbClr val="FFFFFF"/>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內容版面配置區 2"/>
          <p:cNvSpPr>
            <a:spLocks noGrp="1"/>
          </p:cNvSpPr>
          <p:nvPr>
            <p:ph idx="1"/>
          </p:nvPr>
        </p:nvSpPr>
        <p:spPr>
          <a:xfrm>
            <a:off x="6518529" y="943430"/>
            <a:ext cx="4654296" cy="3977366"/>
          </a:xfrm>
        </p:spPr>
        <p:txBody>
          <a:bodyPr rtlCol="0" anchor="ctr">
            <a:normAutofit/>
          </a:bodyPr>
          <a:lstStyle>
            <a:lvl1pPr>
              <a:defRPr sz="2400">
                <a:latin typeface="Microsoft JhengHei UI" panose="020B0604030504040204" pitchFamily="34" charset="-120"/>
                <a:ea typeface="Microsoft JhengHei UI" panose="020B0604030504040204" pitchFamily="34" charset="-120"/>
              </a:defRPr>
            </a:lvl1pPr>
            <a:lvl2pPr>
              <a:defRPr sz="2000">
                <a:latin typeface="Microsoft JhengHei UI" panose="020B0604030504040204" pitchFamily="34" charset="-120"/>
                <a:ea typeface="Microsoft JhengHei UI" panose="020B0604030504040204" pitchFamily="34" charset="-120"/>
              </a:defRPr>
            </a:lvl2pPr>
            <a:lvl3pPr>
              <a:defRPr sz="1600">
                <a:latin typeface="Microsoft JhengHei UI" panose="020B0604030504040204" pitchFamily="34" charset="-120"/>
                <a:ea typeface="Microsoft JhengHei UI" panose="020B0604030504040204" pitchFamily="34" charset="-120"/>
              </a:defRPr>
            </a:lvl3pPr>
            <a:lvl4pPr>
              <a:defRPr sz="1600">
                <a:latin typeface="Microsoft JhengHei UI" panose="020B0604030504040204" pitchFamily="34" charset="-120"/>
                <a:ea typeface="Microsoft JhengHei UI" panose="020B0604030504040204" pitchFamily="34" charset="-120"/>
              </a:defRPr>
            </a:lvl4pPr>
            <a:lvl5pPr>
              <a:defRPr sz="1600">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12" name="日期版面配置區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67757D49-08DD-4678-8583-66671E750221}" type="datetime1">
              <a:rPr lang="zh-TW" altLang="en-US" noProof="0" smtClean="0"/>
              <a:t>2026/6/27</a:t>
            </a:fld>
            <a:endParaRPr lang="zh-TW" altLang="en-US" noProof="0"/>
          </a:p>
        </p:txBody>
      </p:sp>
      <p:sp>
        <p:nvSpPr>
          <p:cNvPr id="13" name="頁尾版面配置區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4" name="投影片編號版面配置區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18" name="矩形 17">
            <a:extLst>
              <a:ext uri="{FF2B5EF4-FFF2-40B4-BE49-F238E27FC236}">
                <a16:creationId xmlns:a16="http://schemas.microsoft.com/office/drawing/2014/main" id="{6127F28F-6C7B-471B-9839-EF88426C1976}"/>
              </a:ext>
            </a:extLst>
          </p:cNvPr>
          <p:cNvSpPr/>
          <p:nvPr userDrawn="1"/>
        </p:nvSpPr>
        <p:spPr>
          <a:xfrm>
            <a:off x="4370251" y="2322780"/>
            <a:ext cx="1348378" cy="12186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349861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圖片版面配置區 2"/>
          <p:cNvSpPr>
            <a:spLocks noGrp="1" noChangeAspect="1"/>
          </p:cNvSpPr>
          <p:nvPr>
            <p:ph type="pic" idx="1"/>
          </p:nvPr>
        </p:nvSpPr>
        <p:spPr>
          <a:xfrm>
            <a:off x="15" y="0"/>
            <a:ext cx="12191985" cy="4578350"/>
          </a:xfrm>
          <a:solidFill>
            <a:schemeClr val="bg1"/>
          </a:solidFill>
        </p:spPr>
        <p:txBody>
          <a:bodyPr lIns="457200" tIns="457200" rtlCol="0" anchor="t">
            <a:normAutofit/>
          </a:bodyPr>
          <a:lstStyle>
            <a:lvl1pPr marL="0" indent="0">
              <a:buNone/>
              <a:defRPr sz="2000">
                <a:latin typeface="Microsoft JhengHei UI" panose="020B0604030504040204" pitchFamily="34" charset="-120"/>
                <a:ea typeface="Microsoft JhengHei UI" panose="020B0604030504040204" pitchFamily="34" charset="-12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TW" altLang="en-US" noProof="0"/>
              <a:t>按一下圖示以新增圖片</a:t>
            </a:r>
          </a:p>
        </p:txBody>
      </p:sp>
      <p:sp>
        <p:nvSpPr>
          <p:cNvPr id="2" name="標題 1"/>
          <p:cNvSpPr>
            <a:spLocks noGrp="1"/>
          </p:cNvSpPr>
          <p:nvPr>
            <p:ph type="title"/>
          </p:nvPr>
        </p:nvSpPr>
        <p:spPr>
          <a:xfrm>
            <a:off x="1097279" y="4799362"/>
            <a:ext cx="10113645" cy="743682"/>
          </a:xfrm>
        </p:spPr>
        <p:txBody>
          <a:bodyPr tIns="0" bIns="0" rtlCol="0" anchor="b">
            <a:noAutofit/>
          </a:bodyPr>
          <a:lstStyle>
            <a:lvl1pPr algn="ctr">
              <a:defRPr sz="4400" b="1">
                <a:solidFill>
                  <a:srgbClr val="FFFFFF"/>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4" name="文字預留位置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sz="1800">
                <a:solidFill>
                  <a:srgbClr val="FFFFFF"/>
                </a:solidFill>
                <a:latin typeface="Microsoft JhengHei UI" panose="020B0604030504040204" pitchFamily="34" charset="-120"/>
                <a:ea typeface="Microsoft JhengHei UI"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TW" altLang="en-US" noProof="0"/>
              <a:t>按一下以編輯母片文字樣式</a:t>
            </a:r>
          </a:p>
        </p:txBody>
      </p:sp>
      <p:sp>
        <p:nvSpPr>
          <p:cNvPr id="5" name="日期版面配置區 4"/>
          <p:cNvSpPr>
            <a:spLocks noGrp="1"/>
          </p:cNvSpPr>
          <p:nvPr>
            <p:ph type="dt" sz="half" idx="10"/>
          </p:nvPr>
        </p:nvSpPr>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fld id="{6B1BAFE6-BEC9-41FD-A32F-8A4B3E1C2793}" type="datetime1">
              <a:rPr lang="zh-TW" altLang="en-US" noProof="0" smtClean="0"/>
              <a:t>2026/6/27</a:t>
            </a:fld>
            <a:endParaRPr lang="zh-TW" altLang="en-US" noProof="0"/>
          </a:p>
        </p:txBody>
      </p:sp>
      <p:sp>
        <p:nvSpPr>
          <p:cNvPr id="6" name="頁尾版面配置區 5"/>
          <p:cNvSpPr>
            <a:spLocks noGrp="1"/>
          </p:cNvSpPr>
          <p:nvPr>
            <p:ph type="ftr" sz="quarter" idx="11"/>
          </p:nvPr>
        </p:nvSpPr>
        <p:spPr>
          <a:xfrm>
            <a:off x="1097279" y="6446838"/>
            <a:ext cx="6818262" cy="365125"/>
          </a:xfrm>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7" name="投影片編號版面配置區 6"/>
          <p:cNvSpPr>
            <a:spLocks noGrp="1"/>
          </p:cNvSpPr>
          <p:nvPr>
            <p:ph type="sldNum" sz="quarter" idx="12"/>
          </p:nvPr>
        </p:nvSpPr>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9" name="矩形 8">
            <a:extLst>
              <a:ext uri="{FF2B5EF4-FFF2-40B4-BE49-F238E27FC236}">
                <a16:creationId xmlns:a16="http://schemas.microsoft.com/office/drawing/2014/main" id="{B4A4DE4A-F8EF-47D5-8C37-A9021C2BB6A3}"/>
              </a:ext>
            </a:extLst>
          </p:cNvPr>
          <p:cNvSpPr/>
          <p:nvPr userDrawn="1"/>
        </p:nvSpPr>
        <p:spPr>
          <a:xfrm>
            <a:off x="3536950" y="4535901"/>
            <a:ext cx="5118100" cy="1256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598695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直排文字預留位置 2"/>
          <p:cNvSpPr>
            <a:spLocks noGrp="1"/>
          </p:cNvSpPr>
          <p:nvPr>
            <p:ph type="body" orient="vert" idx="1"/>
          </p:nvPr>
        </p:nvSpPr>
        <p:spPr/>
        <p:txBody>
          <a:bodyPr vert="eaVert" lIns="45720" tIns="0" rIns="45720" bIns="0"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7" name="日期版面配置區 6">
            <a:extLst>
              <a:ext uri="{FF2B5EF4-FFF2-40B4-BE49-F238E27FC236}">
                <a16:creationId xmlns:a16="http://schemas.microsoft.com/office/drawing/2014/main" id="{7D5506EE-1026-4F35-9ACC-BD05BE0F9B36}"/>
              </a:ext>
            </a:extLst>
          </p:cNvPr>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BC3D73C9-9FB1-410A-AC76-0E5787A84BDC}" type="datetime1">
              <a:rPr lang="zh-TW" altLang="en-US" noProof="0" smtClean="0"/>
              <a:t>2026/6/27</a:t>
            </a:fld>
            <a:endParaRPr lang="zh-TW" altLang="en-US" noProof="0"/>
          </a:p>
        </p:txBody>
      </p:sp>
      <p:sp>
        <p:nvSpPr>
          <p:cNvPr id="8" name="頁尾版面配置區 7">
            <a:extLst>
              <a:ext uri="{FF2B5EF4-FFF2-40B4-BE49-F238E27FC236}">
                <a16:creationId xmlns:a16="http://schemas.microsoft.com/office/drawing/2014/main" id="{B7696E5F-8D95-4450-AE52-5438E6EDE2BF}"/>
              </a:ext>
            </a:extLst>
          </p:cNvPr>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9" name="投影片編號版面配置區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Tree>
    <p:extLst>
      <p:ext uri="{BB962C8B-B14F-4D97-AF65-F5344CB8AC3E}">
        <p14:creationId xmlns:p14="http://schemas.microsoft.com/office/powerpoint/2010/main" val="5560409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1346200"/>
            <a:ext cx="2448033" cy="4530725"/>
          </a:xfrm>
        </p:spPr>
        <p:txBody>
          <a:bodyPr vert="eaVert"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直排文字預留位置 2"/>
          <p:cNvSpPr>
            <a:spLocks noGrp="1"/>
          </p:cNvSpPr>
          <p:nvPr>
            <p:ph type="body" orient="vert" idx="1"/>
          </p:nvPr>
        </p:nvSpPr>
        <p:spPr>
          <a:xfrm>
            <a:off x="1092200" y="1346200"/>
            <a:ext cx="7480300" cy="4530723"/>
          </a:xfrm>
        </p:spPr>
        <p:txBody>
          <a:bodyPr vert="eaVert" lIns="45720" tIns="0" rIns="45720" bIns="0"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7" name="日期版面配置區 6">
            <a:extLst>
              <a:ext uri="{FF2B5EF4-FFF2-40B4-BE49-F238E27FC236}">
                <a16:creationId xmlns:a16="http://schemas.microsoft.com/office/drawing/2014/main" id="{AF33D6B0-F070-45C4-A472-19F432BE3932}"/>
              </a:ext>
            </a:extLst>
          </p:cNvPr>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60988A87-8AFB-4F75-AD68-90697E28CE80}" type="datetime1">
              <a:rPr lang="zh-TW" altLang="en-US" noProof="0" smtClean="0"/>
              <a:t>2026/6/27</a:t>
            </a:fld>
            <a:endParaRPr lang="zh-TW" altLang="en-US" noProof="0"/>
          </a:p>
        </p:txBody>
      </p:sp>
      <p:sp>
        <p:nvSpPr>
          <p:cNvPr id="8" name="頁尾版面配置區 7">
            <a:extLst>
              <a:ext uri="{FF2B5EF4-FFF2-40B4-BE49-F238E27FC236}">
                <a16:creationId xmlns:a16="http://schemas.microsoft.com/office/drawing/2014/main" id="{9975399F-DAB2-410D-967F-ED17E6F796E7}"/>
              </a:ext>
            </a:extLst>
          </p:cNvPr>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10" name="投影片編號版面配置區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14" name="矩形 13">
            <a:extLst>
              <a:ext uri="{FF2B5EF4-FFF2-40B4-BE49-F238E27FC236}">
                <a16:creationId xmlns:a16="http://schemas.microsoft.com/office/drawing/2014/main" id="{6B443CC6-CDCA-4595-ADAE-DCB961FF1A8E}"/>
              </a:ext>
            </a:extLst>
          </p:cNvPr>
          <p:cNvSpPr/>
          <p:nvPr userDrawn="1"/>
        </p:nvSpPr>
        <p:spPr>
          <a:xfrm rot="16200000">
            <a:off x="8871481" y="-14658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2940687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arallélogramme 14">
            <a:extLst>
              <a:ext uri="{FF2B5EF4-FFF2-40B4-BE49-F238E27FC236}">
                <a16:creationId xmlns:a16="http://schemas.microsoft.com/office/drawing/2014/main" id="{D20796F3-5674-4AF5-9623-575731F82E52}"/>
              </a:ext>
            </a:extLst>
          </p:cNvPr>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版面配置區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zh-TW" altLang="en-US" noProof="0"/>
              <a:t>按一下以編輯母片標題樣式</a:t>
            </a:r>
          </a:p>
        </p:txBody>
      </p:sp>
      <p:sp>
        <p:nvSpPr>
          <p:cNvPr id="3" name="文字版面配置區 2"/>
          <p:cNvSpPr>
            <a:spLocks noGrp="1"/>
          </p:cNvSpPr>
          <p:nvPr>
            <p:ph type="body" idx="1"/>
          </p:nvPr>
        </p:nvSpPr>
        <p:spPr>
          <a:xfrm>
            <a:off x="1216548" y="2108201"/>
            <a:ext cx="10058400" cy="3760891"/>
          </a:xfrm>
          <a:prstGeom prst="rect">
            <a:avLst/>
          </a:prstGeom>
        </p:spPr>
        <p:txBody>
          <a:bodyPr vert="horz" lIns="0" tIns="45720" rIns="0" bIns="45720" rtlCol="0">
            <a:normAutofit/>
          </a:body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4" name="日期版面配置區 3"/>
          <p:cNvSpPr>
            <a:spLocks noGrp="1"/>
          </p:cNvSpPr>
          <p:nvPr>
            <p:ph type="dt" sz="half" idx="2"/>
          </p:nvPr>
        </p:nvSpPr>
        <p:spPr>
          <a:xfrm>
            <a:off x="6834126" y="6446838"/>
            <a:ext cx="2584850" cy="365125"/>
          </a:xfrm>
          <a:prstGeom prst="rect">
            <a:avLst/>
          </a:prstGeom>
        </p:spPr>
        <p:txBody>
          <a:bodyPr vert="horz" lIns="91440" tIns="45720" rIns="91440" bIns="45720" rtlCol="0" anchor="ctr"/>
          <a:lstStyle>
            <a:lvl1pPr algn="r">
              <a:defRPr sz="900">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57BDD2EE-7712-464C-A6CE-A3F92C4EC52A}" type="datetime1">
              <a:rPr lang="zh-TW" altLang="en-US" noProof="0" smtClean="0"/>
              <a:t>2026/6/27</a:t>
            </a:fld>
            <a:endParaRPr lang="zh-TW" altLang="en-US" noProof="0"/>
          </a:p>
        </p:txBody>
      </p:sp>
      <p:sp>
        <p:nvSpPr>
          <p:cNvPr id="5" name="頁尾版面配置區 4"/>
          <p:cNvSpPr>
            <a:spLocks noGrp="1"/>
          </p:cNvSpPr>
          <p:nvPr>
            <p:ph type="ftr" sz="quarter" idx="3"/>
          </p:nvPr>
        </p:nvSpPr>
        <p:spPr>
          <a:xfrm>
            <a:off x="1097279" y="6446838"/>
            <a:ext cx="4846321" cy="365125"/>
          </a:xfrm>
          <a:prstGeom prst="rect">
            <a:avLst/>
          </a:prstGeom>
        </p:spPr>
        <p:txBody>
          <a:bodyPr vert="horz" lIns="91440" tIns="45720" rIns="91440" bIns="45720" rtlCol="0" anchor="ctr"/>
          <a:lstStyle>
            <a:lvl1pPr algn="l">
              <a:defRPr sz="900" cap="all" baseline="0">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r>
              <a:rPr lang="zh-TW" altLang="en-US" noProof="0"/>
              <a:t>頁尾</a:t>
            </a:r>
          </a:p>
        </p:txBody>
      </p:sp>
      <p:sp>
        <p:nvSpPr>
          <p:cNvPr id="6" name="投影片編號版面配置區 5"/>
          <p:cNvSpPr>
            <a:spLocks noGrp="1"/>
          </p:cNvSpPr>
          <p:nvPr>
            <p:ph type="sldNum" sz="quarter" idx="4"/>
          </p:nvPr>
        </p:nvSpPr>
        <p:spPr>
          <a:xfrm>
            <a:off x="10375670" y="6446838"/>
            <a:ext cx="780010" cy="365125"/>
          </a:xfrm>
          <a:prstGeom prst="rect">
            <a:avLst/>
          </a:prstGeom>
        </p:spPr>
        <p:txBody>
          <a:bodyPr vert="horz" lIns="91440" tIns="45720" rIns="91440" bIns="45720" rtlCol="0" anchor="ctr"/>
          <a:lstStyle>
            <a:lvl1pPr algn="r">
              <a:defRPr sz="1050">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altLang="zh-TW" noProof="0" smtClean="0"/>
              <a:pPr/>
              <a:t>‹#›</a:t>
            </a:fld>
            <a:endParaRPr lang="zh-TW" altLang="en-US" noProof="0"/>
          </a:p>
        </p:txBody>
      </p:sp>
      <p:sp>
        <p:nvSpPr>
          <p:cNvPr id="8" name="矩形 7">
            <a:extLst>
              <a:ext uri="{FF2B5EF4-FFF2-40B4-BE49-F238E27FC236}">
                <a16:creationId xmlns:a16="http://schemas.microsoft.com/office/drawing/2014/main" id="{0F25E55C-1C16-46C6-B789-A4B2BCEF8F86}"/>
              </a:ext>
            </a:extLst>
          </p:cNvPr>
          <p:cNvSpPr/>
          <p:nvPr userDrawn="1"/>
        </p:nvSpPr>
        <p:spPr>
          <a:xfrm>
            <a:off x="0" y="1011981"/>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1690285712"/>
      </p:ext>
    </p:extLst>
  </p:cSld>
  <p:clrMap bg1="lt1" tx1="dk1" bg2="lt2" tx2="dk2" accent1="accent1" accent2="accent2" accent3="accent3" accent4="accent4" accent5="accent5" accent6="accent6" hlink="hlink" folHlink="folHlink"/>
  <p:sldLayoutIdLst>
    <p:sldLayoutId id="2147483706" r:id="rId1"/>
    <p:sldLayoutId id="2147483718" r:id="rId2"/>
    <p:sldLayoutId id="2147483707" r:id="rId3"/>
    <p:sldLayoutId id="2147483708" r:id="rId4"/>
    <p:sldLayoutId id="2147483719" r:id="rId5"/>
    <p:sldLayoutId id="2147483709" r:id="rId6"/>
    <p:sldLayoutId id="2147483716" r:id="rId7"/>
    <p:sldLayoutId id="2147483710" r:id="rId8"/>
    <p:sldLayoutId id="2147483711" r:id="rId9"/>
    <p:sldLayoutId id="2147483712" r:id="rId10"/>
    <p:sldLayoutId id="2147483727" r:id="rId11"/>
    <p:sldLayoutId id="2147483720" r:id="rId12"/>
    <p:sldLayoutId id="2147483721" r:id="rId13"/>
    <p:sldLayoutId id="2147483725" r:id="rId14"/>
    <p:sldLayoutId id="2147483726" r:id="rId15"/>
    <p:sldLayoutId id="2147483722" r:id="rId16"/>
    <p:sldLayoutId id="2147483723" r:id="rId17"/>
    <p:sldLayoutId id="2147483715" r:id="rId18"/>
    <p:sldLayoutId id="2147483713" r:id="rId19"/>
    <p:sldLayoutId id="2147483714" r:id="rId20"/>
  </p:sldLayoutIdLst>
  <p:hf sldNum="0" hdr="0" ftr="0" dt="0"/>
  <p:txStyles>
    <p:titleStyle>
      <a:lvl1pPr algn="l" defTabSz="914400" rtl="0" eaLnBrk="1" latinLnBrk="0" hangingPunct="1">
        <a:lnSpc>
          <a:spcPct val="90000"/>
        </a:lnSpc>
        <a:spcBef>
          <a:spcPct val="0"/>
        </a:spcBef>
        <a:buNone/>
        <a:defRPr sz="4800" b="1" kern="1200" spc="-50" baseline="0">
          <a:solidFill>
            <a:schemeClr val="tx1">
              <a:lumMod val="75000"/>
              <a:lumOff val="25000"/>
            </a:schemeClr>
          </a:solidFill>
          <a:latin typeface="Microsoft JhengHei UI" panose="020B0604030504040204" pitchFamily="34" charset="-120"/>
          <a:ea typeface="Microsoft JhengHei UI" panose="020B0604030504040204" pitchFamily="34" charset="-120"/>
          <a:cs typeface="+mj-cs"/>
        </a:defRPr>
      </a:lvl1pPr>
    </p:titleStyle>
    <p:bodyStyle>
      <a:lvl1pPr marL="266700" indent="-2667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0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1pPr>
      <a:lvl2pPr marL="38404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8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2pPr>
      <a:lvl3pPr marL="56692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3pPr>
      <a:lvl4pPr marL="74980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4pPr>
      <a:lvl5pPr marL="93268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userDrawn="1">
          <p15:clr>
            <a:srgbClr val="F26B43"/>
          </p15:clr>
        </p15:guide>
        <p15:guide id="2" pos="688" userDrawn="1">
          <p15:clr>
            <a:srgbClr val="F26B43"/>
          </p15:clr>
        </p15:guide>
        <p15:guide id="3" pos="7038" userDrawn="1">
          <p15:clr>
            <a:srgbClr val="F26B43"/>
          </p15:clr>
        </p15:guide>
        <p15:guide id="4" orient="horz" pos="3702" userDrawn="1">
          <p15:clr>
            <a:srgbClr val="F26B43"/>
          </p15:clr>
        </p15:guide>
        <p15:guide id="5" orient="horz" pos="406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版面配置區 9" descr="一張含有 戶外, 大自然, 冰河地貌, 雪 的圖片&#10;&#10;自動產生的描述">
            <a:extLst>
              <a:ext uri="{FF2B5EF4-FFF2-40B4-BE49-F238E27FC236}">
                <a16:creationId xmlns:a16="http://schemas.microsoft.com/office/drawing/2014/main" id="{5D390CB8-9FA6-80DB-D61D-3C654FEA956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6061" r="16061"/>
          <a:stretch/>
        </p:blipFill>
        <p:spPr>
          <a:xfrm>
            <a:off x="0" y="34"/>
            <a:ext cx="6311900" cy="6857932"/>
          </a:xfrm>
          <a:noFill/>
        </p:spPr>
      </p:pic>
      <p:sp>
        <p:nvSpPr>
          <p:cNvPr id="3" name="標題 2">
            <a:extLst>
              <a:ext uri="{FF2B5EF4-FFF2-40B4-BE49-F238E27FC236}">
                <a16:creationId xmlns:a16="http://schemas.microsoft.com/office/drawing/2014/main" id="{A017FF9C-6A7E-4A79-81BB-438E8EA9676A}"/>
              </a:ext>
              <a:ext uri="{C183D7F6-B498-43B3-948B-1728B52AA6E4}">
                <adec:decorative xmlns:adec="http://schemas.microsoft.com/office/drawing/2017/decorative" val="0"/>
              </a:ext>
            </a:extLst>
          </p:cNvPr>
          <p:cNvSpPr>
            <a:spLocks noGrp="1"/>
          </p:cNvSpPr>
          <p:nvPr>
            <p:ph type="ctrTitle"/>
          </p:nvPr>
        </p:nvSpPr>
        <p:spPr>
          <a:xfrm>
            <a:off x="6629400" y="758952"/>
            <a:ext cx="4526280" cy="3227514"/>
          </a:xfrm>
        </p:spPr>
        <p:txBody>
          <a:bodyPr rtlCol="0" anchor="b">
            <a:normAutofit/>
          </a:bodyPr>
          <a:lstStyle/>
          <a:p>
            <a:pPr rtl="0"/>
            <a:r>
              <a:rPr lang="zh-TW" altLang="en-US" dirty="0"/>
              <a:t>司帆科技有限公司</a:t>
            </a:r>
          </a:p>
        </p:txBody>
      </p:sp>
      <p:sp>
        <p:nvSpPr>
          <p:cNvPr id="17" name="Subtitle 3">
            <a:extLst>
              <a:ext uri="{FF2B5EF4-FFF2-40B4-BE49-F238E27FC236}">
                <a16:creationId xmlns:a16="http://schemas.microsoft.com/office/drawing/2014/main" id="{322C5AEC-B6CD-A94C-3C17-295FEB40005C}"/>
              </a:ext>
            </a:extLst>
          </p:cNvPr>
          <p:cNvSpPr>
            <a:spLocks noGrp="1"/>
          </p:cNvSpPr>
          <p:nvPr>
            <p:ph type="subTitle" idx="1"/>
          </p:nvPr>
        </p:nvSpPr>
        <p:spPr>
          <a:xfrm>
            <a:off x="6632171" y="4508500"/>
            <a:ext cx="4526280" cy="1279652"/>
          </a:xfrm>
        </p:spPr>
        <p:txBody>
          <a:bodyPr/>
          <a:lstStyle/>
          <a:p>
            <a:endParaRPr lang="en-US"/>
          </a:p>
        </p:txBody>
      </p:sp>
    </p:spTree>
    <p:extLst>
      <p:ext uri="{BB962C8B-B14F-4D97-AF65-F5344CB8AC3E}">
        <p14:creationId xmlns:p14="http://schemas.microsoft.com/office/powerpoint/2010/main" val="4172296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a:extLst>
              <a:ext uri="{FF2B5EF4-FFF2-40B4-BE49-F238E27FC236}">
                <a16:creationId xmlns:a16="http://schemas.microsoft.com/office/drawing/2014/main" id="{10A5C30F-185D-413F-9005-B41DD0FA0924}"/>
              </a:ext>
            </a:extLst>
          </p:cNvPr>
          <p:cNvSpPr>
            <a:spLocks noGrp="1"/>
          </p:cNvSpPr>
          <p:nvPr>
            <p:ph type="title"/>
          </p:nvPr>
        </p:nvSpPr>
        <p:spPr/>
        <p:txBody>
          <a:bodyPr rtlCol="0"/>
          <a:lstStyle/>
          <a:p>
            <a:pPr rtl="0"/>
            <a:r>
              <a:rPr lang="zh-TW" altLang="en-US"/>
              <a:t>議程</a:t>
            </a:r>
          </a:p>
        </p:txBody>
      </p:sp>
      <p:sp>
        <p:nvSpPr>
          <p:cNvPr id="10" name="內容版面配置區 9">
            <a:extLst>
              <a:ext uri="{FF2B5EF4-FFF2-40B4-BE49-F238E27FC236}">
                <a16:creationId xmlns:a16="http://schemas.microsoft.com/office/drawing/2014/main" id="{40FC70B0-5D08-4BDC-852E-3FD7214DA9BD}"/>
              </a:ext>
            </a:extLst>
          </p:cNvPr>
          <p:cNvSpPr>
            <a:spLocks noGrp="1"/>
          </p:cNvSpPr>
          <p:nvPr>
            <p:ph idx="1"/>
          </p:nvPr>
        </p:nvSpPr>
        <p:spPr>
          <a:xfrm>
            <a:off x="6071015" y="598714"/>
            <a:ext cx="5186597" cy="4767703"/>
          </a:xfrm>
        </p:spPr>
        <p:txBody>
          <a:bodyPr numCol="2" rtlCol="0">
            <a:normAutofit/>
          </a:bodyPr>
          <a:lstStyle/>
          <a:p>
            <a:pPr marL="0" indent="0" rtl="0">
              <a:spcBef>
                <a:spcPts val="0"/>
              </a:spcBef>
              <a:spcAft>
                <a:spcPts val="0"/>
              </a:spcAft>
              <a:buNone/>
            </a:pPr>
            <a:r>
              <a:rPr lang="zh-TW" altLang="en-US" b="1" dirty="0"/>
              <a:t>關於公司</a:t>
            </a:r>
          </a:p>
          <a:p>
            <a:pPr marL="0" indent="0" rtl="0">
              <a:spcBef>
                <a:spcPts val="0"/>
              </a:spcBef>
              <a:spcAft>
                <a:spcPts val="0"/>
              </a:spcAft>
              <a:buNone/>
            </a:pPr>
            <a:r>
              <a:rPr lang="zh-TW" altLang="en-US" sz="1600" dirty="0"/>
              <a:t>我們的故事</a:t>
            </a:r>
          </a:p>
          <a:p>
            <a:pPr marL="0" indent="0" rtl="0">
              <a:spcBef>
                <a:spcPts val="0"/>
              </a:spcBef>
              <a:spcAft>
                <a:spcPts val="0"/>
              </a:spcAft>
              <a:buNone/>
            </a:pPr>
            <a:r>
              <a:rPr lang="zh-TW" altLang="en-US" sz="1600" dirty="0"/>
              <a:t>任務 </a:t>
            </a:r>
          </a:p>
          <a:p>
            <a:pPr marL="0" indent="0" rtl="0">
              <a:spcBef>
                <a:spcPts val="0"/>
              </a:spcBef>
              <a:spcAft>
                <a:spcPts val="0"/>
              </a:spcAft>
              <a:buNone/>
            </a:pPr>
            <a:r>
              <a:rPr lang="zh-TW" altLang="en-US" sz="1600" dirty="0"/>
              <a:t>理念</a:t>
            </a:r>
          </a:p>
          <a:p>
            <a:pPr marL="0" indent="0" rtl="0">
              <a:spcBef>
                <a:spcPts val="0"/>
              </a:spcBef>
              <a:spcAft>
                <a:spcPts val="0"/>
              </a:spcAft>
              <a:buNone/>
            </a:pPr>
            <a:r>
              <a:rPr lang="zh-TW" altLang="en-US" sz="1600" dirty="0"/>
              <a:t>產品與服務</a:t>
            </a:r>
          </a:p>
          <a:p>
            <a:pPr marL="0" indent="0" rtl="0">
              <a:spcBef>
                <a:spcPts val="0"/>
              </a:spcBef>
              <a:spcAft>
                <a:spcPts val="0"/>
              </a:spcAft>
              <a:buNone/>
            </a:pPr>
            <a:endParaRPr lang="en-US" altLang="zh-TW" sz="1600" dirty="0"/>
          </a:p>
          <a:p>
            <a:pPr marL="0" indent="0" rtl="0">
              <a:spcBef>
                <a:spcPts val="0"/>
              </a:spcBef>
              <a:spcAft>
                <a:spcPts val="0"/>
              </a:spcAft>
              <a:buNone/>
            </a:pPr>
            <a:r>
              <a:rPr lang="zh-TW" altLang="en-US" b="1" dirty="0"/>
              <a:t>我們的人員</a:t>
            </a:r>
          </a:p>
          <a:p>
            <a:pPr marL="533400" lvl="0" indent="0" rtl="0">
              <a:spcBef>
                <a:spcPts val="0"/>
              </a:spcBef>
              <a:spcAft>
                <a:spcPts val="0"/>
              </a:spcAft>
              <a:buNone/>
            </a:pPr>
            <a:endParaRPr lang="zh-TW" altLang="en-US" dirty="0"/>
          </a:p>
        </p:txBody>
      </p:sp>
      <p:sp>
        <p:nvSpPr>
          <p:cNvPr id="27" name="矩形 26" descr="握手">
            <a:extLst>
              <a:ext uri="{FF2B5EF4-FFF2-40B4-BE49-F238E27FC236}">
                <a16:creationId xmlns:a16="http://schemas.microsoft.com/office/drawing/2014/main" id="{BEF34E1C-44B9-4EFC-8126-D51A3EA9BF40}"/>
              </a:ext>
            </a:extLst>
          </p:cNvPr>
          <p:cNvSpPr/>
          <p:nvPr/>
        </p:nvSpPr>
        <p:spPr>
          <a:xfrm>
            <a:off x="5416375" y="723900"/>
            <a:ext cx="499424" cy="49942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zh-TW" altLang="en-US"/>
          </a:p>
        </p:txBody>
      </p:sp>
      <p:sp>
        <p:nvSpPr>
          <p:cNvPr id="28" name="矩形 27" descr="橫條圖">
            <a:extLst>
              <a:ext uri="{FF2B5EF4-FFF2-40B4-BE49-F238E27FC236}">
                <a16:creationId xmlns:a16="http://schemas.microsoft.com/office/drawing/2014/main" id="{7810A56D-FB7B-429D-835B-7A0CD7BCB96A}"/>
              </a:ext>
            </a:extLst>
          </p:cNvPr>
          <p:cNvSpPr/>
          <p:nvPr/>
        </p:nvSpPr>
        <p:spPr>
          <a:xfrm>
            <a:off x="5493983" y="2480684"/>
            <a:ext cx="499424" cy="49942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332956"/>
              <a:satOff val="-147"/>
              <a:lumOff val="392"/>
              <a:alphaOff val="0"/>
            </a:schemeClr>
          </a:effectRef>
          <a:fontRef idx="minor">
            <a:schemeClr val="lt1"/>
          </a:fontRef>
        </p:style>
        <p:txBody>
          <a:bodyPr/>
          <a:lstStyle/>
          <a:p>
            <a:endParaRPr lang="zh-TW" altLang="en-US"/>
          </a:p>
        </p:txBody>
      </p:sp>
      <p:sp>
        <p:nvSpPr>
          <p:cNvPr id="29" name="矩形 28" descr="核取記號">
            <a:extLst>
              <a:ext uri="{FF2B5EF4-FFF2-40B4-BE49-F238E27FC236}">
                <a16:creationId xmlns:a16="http://schemas.microsoft.com/office/drawing/2014/main" id="{9C6EFB52-3349-4B07-BB85-12C3EA673CEA}"/>
              </a:ext>
            </a:extLst>
          </p:cNvPr>
          <p:cNvSpPr/>
          <p:nvPr/>
        </p:nvSpPr>
        <p:spPr>
          <a:xfrm>
            <a:off x="5594365" y="4185003"/>
            <a:ext cx="373900" cy="394492"/>
          </a:xfrm>
          <a:prstGeom prst="rect">
            <a:avLst/>
          </a:prstGeom>
          <a: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665912"/>
              <a:satOff val="-293"/>
              <a:lumOff val="784"/>
              <a:alphaOff val="0"/>
            </a:schemeClr>
          </a:effectRef>
          <a:fontRef idx="minor">
            <a:schemeClr val="lt1"/>
          </a:fontRef>
        </p:style>
        <p:txBody>
          <a:bodyPr/>
          <a:lstStyle/>
          <a:p>
            <a:endParaRPr lang="zh-TW" altLang="en-US"/>
          </a:p>
        </p:txBody>
      </p:sp>
    </p:spTree>
    <p:extLst>
      <p:ext uri="{BB962C8B-B14F-4D97-AF65-F5344CB8AC3E}">
        <p14:creationId xmlns:p14="http://schemas.microsoft.com/office/powerpoint/2010/main" val="2667318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a:extLst>
              <a:ext uri="{FF2B5EF4-FFF2-40B4-BE49-F238E27FC236}">
                <a16:creationId xmlns:a16="http://schemas.microsoft.com/office/drawing/2014/main" id="{391097BE-A044-49F5-B5CA-AE183B956585}"/>
              </a:ext>
            </a:extLst>
          </p:cNvPr>
          <p:cNvSpPr>
            <a:spLocks noGrp="1"/>
          </p:cNvSpPr>
          <p:nvPr>
            <p:ph type="title"/>
          </p:nvPr>
        </p:nvSpPr>
        <p:spPr/>
        <p:txBody>
          <a:bodyPr rtlCol="0"/>
          <a:lstStyle/>
          <a:p>
            <a:pPr rtl="0"/>
            <a:r>
              <a:rPr lang="zh-TW" altLang="en-US" dirty="0"/>
              <a:t>關於 司帆技</a:t>
            </a:r>
            <a:endParaRPr lang="en-US" altLang="zh-TW" dirty="0"/>
          </a:p>
        </p:txBody>
      </p:sp>
      <p:sp>
        <p:nvSpPr>
          <p:cNvPr id="8" name="內容版面配置區 7">
            <a:extLst>
              <a:ext uri="{FF2B5EF4-FFF2-40B4-BE49-F238E27FC236}">
                <a16:creationId xmlns:a16="http://schemas.microsoft.com/office/drawing/2014/main" id="{411E9392-71EA-4293-909F-1FE7DD38E31D}"/>
              </a:ext>
            </a:extLst>
          </p:cNvPr>
          <p:cNvSpPr>
            <a:spLocks noGrp="1"/>
          </p:cNvSpPr>
          <p:nvPr>
            <p:ph idx="1"/>
          </p:nvPr>
        </p:nvSpPr>
        <p:spPr/>
        <p:txBody>
          <a:bodyPr rtlCol="0"/>
          <a:lstStyle/>
          <a:p>
            <a:pPr rtl="0"/>
            <a:r>
              <a:rPr lang="zh-TW" altLang="en-US" dirty="0"/>
              <a:t>我們的故事</a:t>
            </a:r>
          </a:p>
          <a:p>
            <a:pPr rtl="0"/>
            <a:r>
              <a:rPr lang="zh-TW" altLang="en-US" dirty="0"/>
              <a:t>任務</a:t>
            </a:r>
          </a:p>
          <a:p>
            <a:pPr rtl="0"/>
            <a:r>
              <a:rPr lang="zh-TW" altLang="en-US" dirty="0"/>
              <a:t>理念</a:t>
            </a:r>
          </a:p>
          <a:p>
            <a:pPr rtl="0"/>
            <a:r>
              <a:rPr lang="zh-TW" altLang="en-US" dirty="0"/>
              <a:t>產品與服務</a:t>
            </a:r>
          </a:p>
          <a:p>
            <a:pPr marL="0" indent="0" rtl="0">
              <a:buNone/>
            </a:pPr>
            <a:endParaRPr lang="zh-TW" altLang="en-US" dirty="0"/>
          </a:p>
        </p:txBody>
      </p:sp>
      <p:grpSp>
        <p:nvGrpSpPr>
          <p:cNvPr id="10" name="群組 9" descr="資訊">
            <a:extLst>
              <a:ext uri="{FF2B5EF4-FFF2-40B4-BE49-F238E27FC236}">
                <a16:creationId xmlns:a16="http://schemas.microsoft.com/office/drawing/2014/main" id="{04EACC33-3BBF-4195-8927-841FEBB364AD}"/>
              </a:ext>
            </a:extLst>
          </p:cNvPr>
          <p:cNvGrpSpPr/>
          <p:nvPr/>
        </p:nvGrpSpPr>
        <p:grpSpPr>
          <a:xfrm>
            <a:off x="4637454" y="2530474"/>
            <a:ext cx="803276" cy="803276"/>
            <a:chOff x="4914764" y="3319462"/>
            <a:chExt cx="619125" cy="619125"/>
          </a:xfrm>
          <a:solidFill>
            <a:schemeClr val="bg1"/>
          </a:solidFill>
        </p:grpSpPr>
        <p:sp>
          <p:nvSpPr>
            <p:cNvPr id="11" name="手繪多邊形：圖案 10">
              <a:extLst>
                <a:ext uri="{FF2B5EF4-FFF2-40B4-BE49-F238E27FC236}">
                  <a16:creationId xmlns:a16="http://schemas.microsoft.com/office/drawing/2014/main" id="{400D0FC6-FE6C-422D-87EC-3F2A40F92771}"/>
                </a:ext>
              </a:extLst>
            </p:cNvPr>
            <p:cNvSpPr/>
            <p:nvPr/>
          </p:nvSpPr>
          <p:spPr>
            <a:xfrm>
              <a:off x="4914764" y="3319462"/>
              <a:ext cx="619125" cy="619125"/>
            </a:xfrm>
            <a:custGeom>
              <a:avLst/>
              <a:gdLst>
                <a:gd name="connsiteX0" fmla="*/ 309563 w 619125"/>
                <a:gd name="connsiteY0" fmla="*/ 0 h 619125"/>
                <a:gd name="connsiteX1" fmla="*/ 0 w 619125"/>
                <a:gd name="connsiteY1" fmla="*/ 309563 h 619125"/>
                <a:gd name="connsiteX2" fmla="*/ 309563 w 619125"/>
                <a:gd name="connsiteY2" fmla="*/ 619125 h 619125"/>
                <a:gd name="connsiteX3" fmla="*/ 619125 w 619125"/>
                <a:gd name="connsiteY3" fmla="*/ 309563 h 619125"/>
                <a:gd name="connsiteX4" fmla="*/ 309563 w 619125"/>
                <a:gd name="connsiteY4" fmla="*/ 0 h 619125"/>
                <a:gd name="connsiteX5" fmla="*/ 309563 w 619125"/>
                <a:gd name="connsiteY5" fmla="*/ 581025 h 619125"/>
                <a:gd name="connsiteX6" fmla="*/ 38100 w 619125"/>
                <a:gd name="connsiteY6" fmla="*/ 309563 h 619125"/>
                <a:gd name="connsiteX7" fmla="*/ 309563 w 619125"/>
                <a:gd name="connsiteY7" fmla="*/ 38100 h 619125"/>
                <a:gd name="connsiteX8" fmla="*/ 581025 w 619125"/>
                <a:gd name="connsiteY8" fmla="*/ 309563 h 619125"/>
                <a:gd name="connsiteX9" fmla="*/ 309563 w 619125"/>
                <a:gd name="connsiteY9" fmla="*/ 581025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125" h="619125">
                  <a:moveTo>
                    <a:pt x="309563" y="0"/>
                  </a:moveTo>
                  <a:cubicBezTo>
                    <a:pt x="138875" y="0"/>
                    <a:pt x="0" y="138865"/>
                    <a:pt x="0" y="309563"/>
                  </a:cubicBezTo>
                  <a:cubicBezTo>
                    <a:pt x="0" y="480260"/>
                    <a:pt x="138875" y="619125"/>
                    <a:pt x="309563" y="619125"/>
                  </a:cubicBezTo>
                  <a:cubicBezTo>
                    <a:pt x="480250" y="619125"/>
                    <a:pt x="619125" y="480260"/>
                    <a:pt x="619125" y="309563"/>
                  </a:cubicBezTo>
                  <a:cubicBezTo>
                    <a:pt x="619125" y="138865"/>
                    <a:pt x="480250" y="0"/>
                    <a:pt x="309563" y="0"/>
                  </a:cubicBezTo>
                  <a:close/>
                  <a:moveTo>
                    <a:pt x="309563" y="581025"/>
                  </a:moveTo>
                  <a:cubicBezTo>
                    <a:pt x="159877" y="581025"/>
                    <a:pt x="38100" y="459248"/>
                    <a:pt x="38100" y="309563"/>
                  </a:cubicBezTo>
                  <a:cubicBezTo>
                    <a:pt x="38100" y="159877"/>
                    <a:pt x="159877" y="38100"/>
                    <a:pt x="309563" y="38100"/>
                  </a:cubicBezTo>
                  <a:cubicBezTo>
                    <a:pt x="459248" y="38100"/>
                    <a:pt x="581025" y="159877"/>
                    <a:pt x="581025" y="309563"/>
                  </a:cubicBezTo>
                  <a:cubicBezTo>
                    <a:pt x="581025" y="459248"/>
                    <a:pt x="459248" y="581025"/>
                    <a:pt x="309563" y="581025"/>
                  </a:cubicBezTo>
                  <a:close/>
                </a:path>
              </a:pathLst>
            </a:custGeom>
            <a:grpFill/>
            <a:ln w="9525" cap="flat">
              <a:noFill/>
              <a:prstDash val="solid"/>
              <a:miter/>
            </a:ln>
          </p:spPr>
          <p:txBody>
            <a:bodyPr rtlCol="0" anchor="ctr"/>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12" name="手繪多邊形：圖案 11">
              <a:extLst>
                <a:ext uri="{FF2B5EF4-FFF2-40B4-BE49-F238E27FC236}">
                  <a16:creationId xmlns:a16="http://schemas.microsoft.com/office/drawing/2014/main" id="{EADF13BE-BF58-43E3-9534-281EFDABF659}"/>
                </a:ext>
              </a:extLst>
            </p:cNvPr>
            <p:cNvSpPr/>
            <p:nvPr/>
          </p:nvSpPr>
          <p:spPr>
            <a:xfrm>
              <a:off x="5195751" y="3473729"/>
              <a:ext cx="57150" cy="57150"/>
            </a:xfrm>
            <a:custGeom>
              <a:avLst/>
              <a:gdLst>
                <a:gd name="connsiteX0" fmla="*/ 63722 w 57150"/>
                <a:gd name="connsiteY0" fmla="*/ 31861 h 57150"/>
                <a:gd name="connsiteX1" fmla="*/ 31861 w 57150"/>
                <a:gd name="connsiteY1" fmla="*/ 63722 h 57150"/>
                <a:gd name="connsiteX2" fmla="*/ 0 w 57150"/>
                <a:gd name="connsiteY2" fmla="*/ 31861 h 57150"/>
                <a:gd name="connsiteX3" fmla="*/ 31861 w 57150"/>
                <a:gd name="connsiteY3" fmla="*/ 0 h 57150"/>
                <a:gd name="connsiteX4" fmla="*/ 63722 w 57150"/>
                <a:gd name="connsiteY4" fmla="*/ 3186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3722" y="31861"/>
                  </a:moveTo>
                  <a:cubicBezTo>
                    <a:pt x="63722" y="49458"/>
                    <a:pt x="49458" y="63722"/>
                    <a:pt x="31861" y="63722"/>
                  </a:cubicBezTo>
                  <a:cubicBezTo>
                    <a:pt x="14265" y="63722"/>
                    <a:pt x="0" y="49458"/>
                    <a:pt x="0" y="31861"/>
                  </a:cubicBezTo>
                  <a:cubicBezTo>
                    <a:pt x="0" y="14265"/>
                    <a:pt x="14265" y="0"/>
                    <a:pt x="31861" y="0"/>
                  </a:cubicBezTo>
                  <a:cubicBezTo>
                    <a:pt x="49458" y="0"/>
                    <a:pt x="63722" y="14265"/>
                    <a:pt x="63722" y="31861"/>
                  </a:cubicBezTo>
                  <a:close/>
                </a:path>
              </a:pathLst>
            </a:custGeom>
            <a:grpFill/>
            <a:ln w="9525" cap="flat">
              <a:noFill/>
              <a:prstDash val="solid"/>
              <a:miter/>
            </a:ln>
          </p:spPr>
          <p:txBody>
            <a:bodyPr rtlCol="0" anchor="ctr"/>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13" name="手繪多邊形：圖案 12">
              <a:extLst>
                <a:ext uri="{FF2B5EF4-FFF2-40B4-BE49-F238E27FC236}">
                  <a16:creationId xmlns:a16="http://schemas.microsoft.com/office/drawing/2014/main" id="{914EC720-9A79-4D18-8746-AE0BDD325E79}"/>
                </a:ext>
              </a:extLst>
            </p:cNvPr>
            <p:cNvSpPr/>
            <p:nvPr/>
          </p:nvSpPr>
          <p:spPr>
            <a:xfrm>
              <a:off x="5205276" y="3589420"/>
              <a:ext cx="38100" cy="200025"/>
            </a:xfrm>
            <a:custGeom>
              <a:avLst/>
              <a:gdLst>
                <a:gd name="connsiteX0" fmla="*/ 19050 w 38100"/>
                <a:gd name="connsiteY0" fmla="*/ 0 h 200025"/>
                <a:gd name="connsiteX1" fmla="*/ 0 w 38100"/>
                <a:gd name="connsiteY1" fmla="*/ 19050 h 200025"/>
                <a:gd name="connsiteX2" fmla="*/ 0 w 38100"/>
                <a:gd name="connsiteY2" fmla="*/ 180975 h 200025"/>
                <a:gd name="connsiteX3" fmla="*/ 19050 w 38100"/>
                <a:gd name="connsiteY3" fmla="*/ 200025 h 200025"/>
                <a:gd name="connsiteX4" fmla="*/ 38100 w 38100"/>
                <a:gd name="connsiteY4" fmla="*/ 180975 h 200025"/>
                <a:gd name="connsiteX5" fmla="*/ 38100 w 38100"/>
                <a:gd name="connsiteY5" fmla="*/ 19050 h 200025"/>
                <a:gd name="connsiteX6" fmla="*/ 19050 w 38100"/>
                <a:gd name="connsiteY6"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200025">
                  <a:moveTo>
                    <a:pt x="19050" y="0"/>
                  </a:moveTo>
                  <a:cubicBezTo>
                    <a:pt x="8534" y="0"/>
                    <a:pt x="0" y="8534"/>
                    <a:pt x="0" y="19050"/>
                  </a:cubicBezTo>
                  <a:lnTo>
                    <a:pt x="0" y="180975"/>
                  </a:lnTo>
                  <a:cubicBezTo>
                    <a:pt x="0" y="191491"/>
                    <a:pt x="8534" y="200025"/>
                    <a:pt x="19050" y="200025"/>
                  </a:cubicBezTo>
                  <a:cubicBezTo>
                    <a:pt x="29566" y="200025"/>
                    <a:pt x="38100" y="191491"/>
                    <a:pt x="38100" y="180975"/>
                  </a:cubicBezTo>
                  <a:lnTo>
                    <a:pt x="38100" y="19050"/>
                  </a:lnTo>
                  <a:cubicBezTo>
                    <a:pt x="38100" y="8525"/>
                    <a:pt x="29566" y="0"/>
                    <a:pt x="19050" y="0"/>
                  </a:cubicBezTo>
                  <a:close/>
                </a:path>
              </a:pathLst>
            </a:custGeom>
            <a:grpFill/>
            <a:ln w="9525" cap="flat">
              <a:noFill/>
              <a:prstDash val="solid"/>
              <a:miter/>
            </a:ln>
          </p:spPr>
          <p:txBody>
            <a:bodyPr rtlCol="0" anchor="ctr"/>
            <a:lstStyle/>
            <a:p>
              <a:pPr rtl="0"/>
              <a:endParaRPr lang="zh-TW" altLang="en-US">
                <a:latin typeface="Microsoft JhengHei UI" panose="020B0604030504040204" pitchFamily="34" charset="-120"/>
                <a:ea typeface="Microsoft JhengHei UI" panose="020B0604030504040204" pitchFamily="34" charset="-120"/>
              </a:endParaRPr>
            </a:p>
          </p:txBody>
        </p:sp>
      </p:grpSp>
    </p:spTree>
    <p:extLst>
      <p:ext uri="{BB962C8B-B14F-4D97-AF65-F5344CB8AC3E}">
        <p14:creationId xmlns:p14="http://schemas.microsoft.com/office/powerpoint/2010/main" val="1056707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CE09A200-4838-4284-BD1E-19701CABB5FE}"/>
              </a:ext>
            </a:extLst>
          </p:cNvPr>
          <p:cNvSpPr>
            <a:spLocks noGrp="1"/>
          </p:cNvSpPr>
          <p:nvPr>
            <p:ph type="title"/>
          </p:nvPr>
        </p:nvSpPr>
        <p:spPr>
          <a:xfrm>
            <a:off x="1097280" y="286603"/>
            <a:ext cx="10058400" cy="1450757"/>
          </a:xfrm>
        </p:spPr>
        <p:txBody>
          <a:bodyPr rtlCol="0">
            <a:normAutofit/>
          </a:bodyPr>
          <a:lstStyle/>
          <a:p>
            <a:pPr rtl="0"/>
            <a:r>
              <a:rPr lang="zh-TW" altLang="en-US" dirty="0"/>
              <a:t>關於 司忛科技</a:t>
            </a:r>
            <a:endParaRPr lang="zh-TW" altLang="en-IN" dirty="0"/>
          </a:p>
        </p:txBody>
      </p:sp>
      <p:graphicFrame>
        <p:nvGraphicFramePr>
          <p:cNvPr id="9" name="內容版面配置區 6" descr="這是含有圖示和文字的議程投影片">
            <a:extLst>
              <a:ext uri="{FF2B5EF4-FFF2-40B4-BE49-F238E27FC236}">
                <a16:creationId xmlns:a16="http://schemas.microsoft.com/office/drawing/2014/main" id="{08D3DC19-5976-4026-819D-310A94626986}"/>
              </a:ext>
            </a:extLst>
          </p:cNvPr>
          <p:cNvGraphicFramePr>
            <a:graphicFrameLocks noGrp="1"/>
          </p:cNvGraphicFramePr>
          <p:nvPr>
            <p:ph idx="1"/>
            <p:extLst>
              <p:ext uri="{D42A27DB-BD31-4B8C-83A1-F6EECF244321}">
                <p14:modId xmlns:p14="http://schemas.microsoft.com/office/powerpoint/2010/main" val="1284205283"/>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6331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cxnSp>
        <p:nvCxnSpPr>
          <p:cNvPr id="17" name="直線接點​​(S) 16">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9" name="矩形 18">
            <a:extLst>
              <a:ext uri="{FF2B5EF4-FFF2-40B4-BE49-F238E27FC236}">
                <a16:creationId xmlns:a16="http://schemas.microsoft.com/office/drawing/2014/main" id="{67B74F2B-9534-4540-96B0-5C8E958B9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a:latin typeface="Microsoft JhengHei UI" panose="020B0604030504040204" pitchFamily="34" charset="-120"/>
              <a:ea typeface="Microsoft JhengHei UI" panose="020B0604030504040204" pitchFamily="34" charset="-120"/>
            </a:endParaRPr>
          </a:p>
        </p:txBody>
      </p:sp>
      <p:sp>
        <p:nvSpPr>
          <p:cNvPr id="6" name="標題 5">
            <a:extLst>
              <a:ext uri="{FF2B5EF4-FFF2-40B4-BE49-F238E27FC236}">
                <a16:creationId xmlns:a16="http://schemas.microsoft.com/office/drawing/2014/main" id="{8146B020-2B12-4533-AB98-A078339B314A}"/>
              </a:ext>
            </a:extLst>
          </p:cNvPr>
          <p:cNvSpPr>
            <a:spLocks noGrp="1"/>
          </p:cNvSpPr>
          <p:nvPr>
            <p:ph type="title"/>
          </p:nvPr>
        </p:nvSpPr>
        <p:spPr>
          <a:xfrm>
            <a:off x="5172074" y="286603"/>
            <a:ext cx="5983605" cy="1450757"/>
          </a:xfrm>
        </p:spPr>
        <p:txBody>
          <a:bodyPr vert="horz" lIns="91440" tIns="45720" rIns="91440" bIns="45720" rtlCol="0" anchor="b">
            <a:normAutofit/>
          </a:bodyPr>
          <a:lstStyle/>
          <a:p>
            <a:pPr rtl="0"/>
            <a:r>
              <a:rPr lang="zh-TW" altLang="en-US" sz="4800">
                <a:solidFill>
                  <a:schemeClr val="tx1">
                    <a:lumMod val="75000"/>
                    <a:lumOff val="25000"/>
                  </a:schemeClr>
                </a:solidFill>
              </a:rPr>
              <a:t>我們的故事</a:t>
            </a:r>
          </a:p>
        </p:txBody>
      </p:sp>
      <p:pic>
        <p:nvPicPr>
          <p:cNvPr id="10" name="圖片版面配置區 9" descr="高大建築物的景觀">
            <a:extLst>
              <a:ext uri="{FF2B5EF4-FFF2-40B4-BE49-F238E27FC236}">
                <a16:creationId xmlns:a16="http://schemas.microsoft.com/office/drawing/2014/main" id="{7E7516D5-86C5-48B5-8E66-B9E6F735DF5D}"/>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6102" r="9892"/>
          <a:stretch/>
        </p:blipFill>
        <p:spPr>
          <a:xfrm>
            <a:off x="20" y="10"/>
            <a:ext cx="4580077" cy="6857990"/>
          </a:xfrm>
          <a:prstGeom prst="rect">
            <a:avLst/>
          </a:prstGeom>
        </p:spPr>
      </p:pic>
      <p:cxnSp>
        <p:nvCxnSpPr>
          <p:cNvPr id="21" name="直線接點​​(S) 20">
            <a:extLst>
              <a:ext uri="{FF2B5EF4-FFF2-40B4-BE49-F238E27FC236}">
                <a16:creationId xmlns:a16="http://schemas.microsoft.com/office/drawing/2014/main" id="{33BECB2B-2CFA-412C-880F-C4B6097493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內容版面配置區 6">
            <a:extLst>
              <a:ext uri="{FF2B5EF4-FFF2-40B4-BE49-F238E27FC236}">
                <a16:creationId xmlns:a16="http://schemas.microsoft.com/office/drawing/2014/main" id="{F3D22D53-586E-4F80-B549-03B4A942D854}"/>
              </a:ext>
            </a:extLst>
          </p:cNvPr>
          <p:cNvSpPr>
            <a:spLocks noGrp="1"/>
          </p:cNvSpPr>
          <p:nvPr>
            <p:ph idx="1"/>
          </p:nvPr>
        </p:nvSpPr>
        <p:spPr>
          <a:xfrm>
            <a:off x="5172074" y="2108201"/>
            <a:ext cx="5983606" cy="3760891"/>
          </a:xfrm>
        </p:spPr>
        <p:txBody>
          <a:bodyPr vert="horz" lIns="0" tIns="45720" rIns="0" bIns="45720" rtlCol="0">
            <a:normAutofit/>
          </a:bodyPr>
          <a:lstStyle/>
          <a:p>
            <a:pPr rtl="0"/>
            <a:r>
              <a:rPr lang="zh-TW" altLang="en-US" dirty="0"/>
              <a:t>司帆科技是由一群有半導体與光學經驗人員組成，我們的目標是整合日本光學與半導体設備人材，解決目前台灣半導体客戶在半導体光學上所面臨的相關問題，借以提昇台灣半導体光學與設備自製之比率。在目前半導体產業技術更進一步昇華的時期，此項技術在台灣生根由為重要，期待司忛所提供日本半導体設備與光學設計能為台灣半導体產業提供革命性的服務。</a:t>
            </a:r>
          </a:p>
        </p:txBody>
      </p:sp>
    </p:spTree>
    <p:extLst>
      <p:ext uri="{BB962C8B-B14F-4D97-AF65-F5344CB8AC3E}">
        <p14:creationId xmlns:p14="http://schemas.microsoft.com/office/powerpoint/2010/main" val="1807676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cxnSp>
        <p:nvCxnSpPr>
          <p:cNvPr id="27" name="直線接點​​(S) 26">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9" name="矩形 28">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rtl="0"/>
            <a:endParaRPr lang="zh-TW" altLang="en-US">
              <a:latin typeface="Microsoft JhengHei UI" panose="020B0604030504040204" pitchFamily="34" charset="-120"/>
              <a:ea typeface="Microsoft JhengHei UI" panose="020B0604030504040204" pitchFamily="34" charset="-120"/>
            </a:endParaRPr>
          </a:p>
        </p:txBody>
      </p:sp>
      <p:sp>
        <p:nvSpPr>
          <p:cNvPr id="6" name="標題 5">
            <a:extLst>
              <a:ext uri="{FF2B5EF4-FFF2-40B4-BE49-F238E27FC236}">
                <a16:creationId xmlns:a16="http://schemas.microsoft.com/office/drawing/2014/main" id="{8146B020-2B12-4533-AB98-A078339B314A}"/>
              </a:ext>
            </a:extLst>
          </p:cNvPr>
          <p:cNvSpPr>
            <a:spLocks noGrp="1"/>
          </p:cNvSpPr>
          <p:nvPr>
            <p:ph type="title"/>
          </p:nvPr>
        </p:nvSpPr>
        <p:spPr>
          <a:xfrm>
            <a:off x="477078" y="516836"/>
            <a:ext cx="3100136" cy="1960234"/>
          </a:xfrm>
        </p:spPr>
        <p:txBody>
          <a:bodyPr vert="horz" lIns="91440" tIns="45720" rIns="91440" bIns="45720" rtlCol="0" anchor="b">
            <a:normAutofit/>
          </a:bodyPr>
          <a:lstStyle/>
          <a:p>
            <a:pPr rtl="0"/>
            <a:r>
              <a:rPr lang="zh-TW" altLang="en-US" sz="4800">
                <a:solidFill>
                  <a:schemeClr val="tx1"/>
                </a:solidFill>
              </a:rPr>
              <a:t>任務</a:t>
            </a:r>
          </a:p>
        </p:txBody>
      </p:sp>
      <p:cxnSp>
        <p:nvCxnSpPr>
          <p:cNvPr id="31" name="直線接點​​(S) 30">
            <a:extLst>
              <a:ext uri="{FF2B5EF4-FFF2-40B4-BE49-F238E27FC236}">
                <a16:creationId xmlns:a16="http://schemas.microsoft.com/office/drawing/2014/main" id="{5A0A5CF6-407C-4691-8122-49DF69D002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927" y="2633962"/>
            <a:ext cx="28346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內容版面配置區 6">
            <a:extLst>
              <a:ext uri="{FF2B5EF4-FFF2-40B4-BE49-F238E27FC236}">
                <a16:creationId xmlns:a16="http://schemas.microsoft.com/office/drawing/2014/main" id="{F3D22D53-586E-4F80-B549-03B4A942D854}"/>
              </a:ext>
            </a:extLst>
          </p:cNvPr>
          <p:cNvSpPr>
            <a:spLocks noGrp="1"/>
          </p:cNvSpPr>
          <p:nvPr>
            <p:ph idx="1"/>
          </p:nvPr>
        </p:nvSpPr>
        <p:spPr>
          <a:xfrm>
            <a:off x="492371" y="2790855"/>
            <a:ext cx="3084844" cy="3311766"/>
          </a:xfrm>
        </p:spPr>
        <p:txBody>
          <a:bodyPr vert="horz" lIns="0" tIns="45720" rIns="0" bIns="45720" rtlCol="0">
            <a:normAutofit/>
          </a:bodyPr>
          <a:lstStyle/>
          <a:p>
            <a:pPr rtl="0"/>
            <a:r>
              <a:rPr lang="zh-TW" altLang="en-US" dirty="0"/>
              <a:t>成為日本半導体設備與光學設計與台灣間之溝通平台</a:t>
            </a:r>
          </a:p>
          <a:p>
            <a:pPr rtl="0"/>
            <a:r>
              <a:rPr lang="zh-TW" altLang="en-US" dirty="0"/>
              <a:t>提供台灣半導体光學模組之自製率</a:t>
            </a:r>
          </a:p>
        </p:txBody>
      </p:sp>
      <p:pic>
        <p:nvPicPr>
          <p:cNvPr id="9" name="圖片版面配置區 8" descr="包含表示使命、目標的圖片&#10;">
            <a:extLst>
              <a:ext uri="{FF2B5EF4-FFF2-40B4-BE49-F238E27FC236}">
                <a16:creationId xmlns:a16="http://schemas.microsoft.com/office/drawing/2014/main" id="{8CFBDF6E-78AD-4FBA-9B07-1F98608A8B28}"/>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t="30701" r="2" b="2295"/>
          <a:stretch/>
        </p:blipFill>
        <p:spPr>
          <a:xfrm>
            <a:off x="4080728" y="10"/>
            <a:ext cx="8111272" cy="6857990"/>
          </a:xfrm>
          <a:prstGeom prst="rect">
            <a:avLst/>
          </a:prstGeom>
        </p:spPr>
      </p:pic>
    </p:spTree>
    <p:extLst>
      <p:ext uri="{BB962C8B-B14F-4D97-AF65-F5344CB8AC3E}">
        <p14:creationId xmlns:p14="http://schemas.microsoft.com/office/powerpoint/2010/main" val="893224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cxnSp>
        <p:nvCxnSpPr>
          <p:cNvPr id="18" name="直線接點​​(S) 17">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0" name="矩形 19">
            <a:extLst>
              <a:ext uri="{FF2B5EF4-FFF2-40B4-BE49-F238E27FC236}">
                <a16:creationId xmlns:a16="http://schemas.microsoft.com/office/drawing/2014/main" id="{67B74F2B-9534-4540-96B0-5C8E958B9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a:latin typeface="Microsoft JhengHei UI" panose="020B0604030504040204" pitchFamily="34" charset="-120"/>
              <a:ea typeface="Microsoft JhengHei UI" panose="020B0604030504040204" pitchFamily="34" charset="-120"/>
            </a:endParaRPr>
          </a:p>
        </p:txBody>
      </p:sp>
      <p:sp>
        <p:nvSpPr>
          <p:cNvPr id="7" name="標題 6">
            <a:extLst>
              <a:ext uri="{FF2B5EF4-FFF2-40B4-BE49-F238E27FC236}">
                <a16:creationId xmlns:a16="http://schemas.microsoft.com/office/drawing/2014/main" id="{36DB04AA-2B2C-4162-AD6D-1FF802682C3D}"/>
              </a:ext>
            </a:extLst>
          </p:cNvPr>
          <p:cNvSpPr>
            <a:spLocks noGrp="1"/>
          </p:cNvSpPr>
          <p:nvPr>
            <p:ph type="title"/>
          </p:nvPr>
        </p:nvSpPr>
        <p:spPr>
          <a:xfrm>
            <a:off x="5172074" y="286603"/>
            <a:ext cx="5983605" cy="1450757"/>
          </a:xfrm>
        </p:spPr>
        <p:txBody>
          <a:bodyPr vert="horz" lIns="91440" tIns="45720" rIns="91440" bIns="45720" rtlCol="0" anchor="b">
            <a:normAutofit/>
          </a:bodyPr>
          <a:lstStyle/>
          <a:p>
            <a:pPr rtl="0"/>
            <a:r>
              <a:rPr lang="zh-TW" altLang="en-US" sz="4800">
                <a:solidFill>
                  <a:schemeClr val="tx1">
                    <a:lumMod val="75000"/>
                    <a:lumOff val="25000"/>
                  </a:schemeClr>
                </a:solidFill>
              </a:rPr>
              <a:t>理念</a:t>
            </a:r>
          </a:p>
        </p:txBody>
      </p:sp>
      <p:pic>
        <p:nvPicPr>
          <p:cNvPr id="11" name="圖片版面配置區 10" descr="包含天空、水、戶外、人物的圖片。它也反映了哲學、和平&#10;&#10;">
            <a:extLst>
              <a:ext uri="{FF2B5EF4-FFF2-40B4-BE49-F238E27FC236}">
                <a16:creationId xmlns:a16="http://schemas.microsoft.com/office/drawing/2014/main" id="{94B2FFE9-6D1F-4DC1-8532-95405973ABE7}"/>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val="0"/>
              </a:ext>
            </a:extLst>
          </a:blip>
          <a:srcRect/>
          <a:stretch/>
        </p:blipFill>
        <p:spPr>
          <a:xfrm>
            <a:off x="20" y="10"/>
            <a:ext cx="4580077" cy="6857990"/>
          </a:xfrm>
          <a:prstGeom prst="rect">
            <a:avLst/>
          </a:prstGeom>
        </p:spPr>
      </p:pic>
      <p:cxnSp>
        <p:nvCxnSpPr>
          <p:cNvPr id="22" name="直線接點​​(S) 21">
            <a:extLst>
              <a:ext uri="{FF2B5EF4-FFF2-40B4-BE49-F238E27FC236}">
                <a16:creationId xmlns:a16="http://schemas.microsoft.com/office/drawing/2014/main" id="{33BECB2B-2CFA-412C-880F-C4B6097493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內容版面配置區 7">
            <a:extLst>
              <a:ext uri="{FF2B5EF4-FFF2-40B4-BE49-F238E27FC236}">
                <a16:creationId xmlns:a16="http://schemas.microsoft.com/office/drawing/2014/main" id="{6CCBAAA8-DE36-46A7-8728-72C3486FDBF0}"/>
              </a:ext>
            </a:extLst>
          </p:cNvPr>
          <p:cNvSpPr>
            <a:spLocks noGrp="1"/>
          </p:cNvSpPr>
          <p:nvPr>
            <p:ph idx="1"/>
          </p:nvPr>
        </p:nvSpPr>
        <p:spPr>
          <a:xfrm>
            <a:off x="5222900" y="1955259"/>
            <a:ext cx="5983606" cy="3760891"/>
          </a:xfrm>
        </p:spPr>
        <p:txBody>
          <a:bodyPr vert="horz" lIns="0" tIns="45720" rIns="0" bIns="45720" rtlCol="0">
            <a:normAutofit/>
          </a:bodyPr>
          <a:lstStyle/>
          <a:p>
            <a:pPr marL="87313" indent="0" rtl="0">
              <a:buFont typeface="Calibri" panose="020F0502020204030204" pitchFamily="34" charset="0"/>
              <a:buNone/>
            </a:pPr>
            <a:br>
              <a:rPr lang="zh-TW" altLang="en-US" dirty="0"/>
            </a:br>
            <a:r>
              <a:rPr lang="zh-TW" altLang="en-US" dirty="0"/>
              <a:t>一步一腳印，為台灣半導体光學產業提供相關技行的整合服務。</a:t>
            </a:r>
          </a:p>
        </p:txBody>
      </p:sp>
    </p:spTree>
    <p:extLst>
      <p:ext uri="{BB962C8B-B14F-4D97-AF65-F5344CB8AC3E}">
        <p14:creationId xmlns:p14="http://schemas.microsoft.com/office/powerpoint/2010/main" val="2596897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17366F56-B8FF-48A0-AF71-EC4BD9531F04}"/>
              </a:ext>
            </a:extLst>
          </p:cNvPr>
          <p:cNvSpPr>
            <a:spLocks noGrp="1"/>
          </p:cNvSpPr>
          <p:nvPr>
            <p:ph type="title"/>
          </p:nvPr>
        </p:nvSpPr>
        <p:spPr/>
        <p:txBody>
          <a:bodyPr rtlCol="0"/>
          <a:lstStyle/>
          <a:p>
            <a:pPr rtl="0"/>
            <a:r>
              <a:rPr lang="zh-TW" altLang="en-US" dirty="0"/>
              <a:t>我們的人員</a:t>
            </a:r>
          </a:p>
        </p:txBody>
      </p:sp>
      <p:sp>
        <p:nvSpPr>
          <p:cNvPr id="7" name="內容版面配置區 6">
            <a:extLst>
              <a:ext uri="{FF2B5EF4-FFF2-40B4-BE49-F238E27FC236}">
                <a16:creationId xmlns:a16="http://schemas.microsoft.com/office/drawing/2014/main" id="{F74FED9E-E7B7-481E-8BD9-53BE272F02F0}"/>
              </a:ext>
            </a:extLst>
          </p:cNvPr>
          <p:cNvSpPr>
            <a:spLocks noGrp="1"/>
          </p:cNvSpPr>
          <p:nvPr>
            <p:ph idx="1"/>
          </p:nvPr>
        </p:nvSpPr>
        <p:spPr/>
        <p:txBody>
          <a:bodyPr rtlCol="0"/>
          <a:lstStyle/>
          <a:p>
            <a:pPr rtl="0"/>
            <a:r>
              <a:rPr lang="zh-TW" altLang="en-US" dirty="0"/>
              <a:t>陳佳麟</a:t>
            </a:r>
          </a:p>
          <a:p>
            <a:pPr rtl="0"/>
            <a:endParaRPr lang="zh-TW" altLang="en-US" dirty="0"/>
          </a:p>
          <a:p>
            <a:pPr rtl="0"/>
            <a:endParaRPr lang="zh-TW" altLang="en-US" dirty="0"/>
          </a:p>
        </p:txBody>
      </p:sp>
      <p:sp>
        <p:nvSpPr>
          <p:cNvPr id="5" name="矩形 4" descr="使用者">
            <a:extLst>
              <a:ext uri="{FF2B5EF4-FFF2-40B4-BE49-F238E27FC236}">
                <a16:creationId xmlns:a16="http://schemas.microsoft.com/office/drawing/2014/main" id="{C123C14A-AC1C-49E6-84C6-5EC75804E103}"/>
              </a:ext>
            </a:extLst>
          </p:cNvPr>
          <p:cNvSpPr/>
          <p:nvPr/>
        </p:nvSpPr>
        <p:spPr>
          <a:xfrm>
            <a:off x="4511716" y="2417888"/>
            <a:ext cx="1043437" cy="1043437"/>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zh-TW" altLang="en-US"/>
          </a:p>
        </p:txBody>
      </p:sp>
    </p:spTree>
    <p:extLst>
      <p:ext uri="{BB962C8B-B14F-4D97-AF65-F5344CB8AC3E}">
        <p14:creationId xmlns:p14="http://schemas.microsoft.com/office/powerpoint/2010/main" val="2822882111"/>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74487463.tgt.Office_50284878_TF33476885_Win32_OJ112181005" id="{78492284-94BE-458D-9917-612305366552}" vid="{96BCD98B-6255-4915-B9B5-BAB2DD0440DF}"/>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41CA7C-A0BF-44EF-B2E5-7539C3B9B0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4E879E6-8FFE-4154-8F2A-F7518B89B376}">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7E0A2CB4-6869-426F-8BC4-A32C90CBE2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傳統公司的全公司簡報</Template>
  <TotalTime>23</TotalTime>
  <Words>119</Words>
  <Application>Microsoft Office PowerPoint</Application>
  <PresentationFormat>Widescreen</PresentationFormat>
  <Paragraphs>36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Microsoft JhengHei UI</vt:lpstr>
      <vt:lpstr>Calibri</vt:lpstr>
      <vt:lpstr>Wingdings</vt:lpstr>
      <vt:lpstr>RetrospectVTI</vt:lpstr>
      <vt:lpstr>司帆科技有限公司</vt:lpstr>
      <vt:lpstr>議程</vt:lpstr>
      <vt:lpstr>關於 司帆技</vt:lpstr>
      <vt:lpstr>關於 司忛科技</vt:lpstr>
      <vt:lpstr>我們的故事</vt:lpstr>
      <vt:lpstr>任務</vt:lpstr>
      <vt:lpstr>理念</vt:lpstr>
      <vt:lpstr>我們的人員</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CHEN</dc:creator>
  <cp:lastModifiedBy>聖文 陳</cp:lastModifiedBy>
  <cp:revision>2</cp:revision>
  <dcterms:created xsi:type="dcterms:W3CDTF">2024-12-22T12:39:33Z</dcterms:created>
  <dcterms:modified xsi:type="dcterms:W3CDTF">2026-06-27T04:01:24Z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